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49"/>
  </p:notesMasterIdLst>
  <p:sldIdLst>
    <p:sldId id="256" r:id="rId2"/>
    <p:sldId id="282" r:id="rId3"/>
    <p:sldId id="264" r:id="rId4"/>
    <p:sldId id="317" r:id="rId5"/>
    <p:sldId id="302" r:id="rId6"/>
    <p:sldId id="276" r:id="rId7"/>
    <p:sldId id="265" r:id="rId8"/>
    <p:sldId id="270" r:id="rId9"/>
    <p:sldId id="304" r:id="rId10"/>
    <p:sldId id="318" r:id="rId11"/>
    <p:sldId id="319" r:id="rId12"/>
    <p:sldId id="266" r:id="rId13"/>
    <p:sldId id="286" r:id="rId14"/>
    <p:sldId id="288" r:id="rId15"/>
    <p:sldId id="294" r:id="rId16"/>
    <p:sldId id="283" r:id="rId17"/>
    <p:sldId id="292" r:id="rId18"/>
    <p:sldId id="289" r:id="rId19"/>
    <p:sldId id="290" r:id="rId20"/>
    <p:sldId id="277" r:id="rId21"/>
    <p:sldId id="257" r:id="rId22"/>
    <p:sldId id="293" r:id="rId23"/>
    <p:sldId id="300" r:id="rId24"/>
    <p:sldId id="278" r:id="rId25"/>
    <p:sldId id="269" r:id="rId26"/>
    <p:sldId id="271" r:id="rId27"/>
    <p:sldId id="275" r:id="rId28"/>
    <p:sldId id="297" r:id="rId29"/>
    <p:sldId id="295" r:id="rId30"/>
    <p:sldId id="296" r:id="rId31"/>
    <p:sldId id="279" r:id="rId32"/>
    <p:sldId id="307" r:id="rId33"/>
    <p:sldId id="309" r:id="rId34"/>
    <p:sldId id="314" r:id="rId35"/>
    <p:sldId id="310" r:id="rId36"/>
    <p:sldId id="308" r:id="rId37"/>
    <p:sldId id="311" r:id="rId38"/>
    <p:sldId id="315" r:id="rId39"/>
    <p:sldId id="312" r:id="rId40"/>
    <p:sldId id="316" r:id="rId41"/>
    <p:sldId id="280" r:id="rId42"/>
    <p:sldId id="281" r:id="rId43"/>
    <p:sldId id="306" r:id="rId44"/>
    <p:sldId id="273" r:id="rId45"/>
    <p:sldId id="301" r:id="rId46"/>
    <p:sldId id="268" r:id="rId47"/>
    <p:sldId id="260" r:id="rId4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47D45A"/>
    <a:srgbClr val="F2AA84"/>
    <a:srgbClr val="042433"/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5B1CE20-3385-4643-AD35-597D449AFC05}" v="4" dt="2025-06-08T11:28:56.48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79" d="100"/>
          <a:sy n="79" d="100"/>
        </p:scale>
        <p:origin x="850" y="72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arlotte Ruby Patterson" userId="5e4f2a4d-4d7e-4526-8ff8-c9f44bf0b6b7" providerId="ADAL" clId="{D31FD800-5519-4CBD-B48F-1780726ABED0}"/>
    <pc:docChg chg="undo custSel addSld delSld modSld sldOrd">
      <pc:chgData name="Charlotte Ruby Patterson" userId="5e4f2a4d-4d7e-4526-8ff8-c9f44bf0b6b7" providerId="ADAL" clId="{D31FD800-5519-4CBD-B48F-1780726ABED0}" dt="2025-04-16T01:11:47.039" v="7844" actId="20577"/>
      <pc:docMkLst>
        <pc:docMk/>
      </pc:docMkLst>
      <pc:sldChg chg="addSp modSp mod">
        <pc:chgData name="Charlotte Ruby Patterson" userId="5e4f2a4d-4d7e-4526-8ff8-c9f44bf0b6b7" providerId="ADAL" clId="{D31FD800-5519-4CBD-B48F-1780726ABED0}" dt="2025-04-15T05:36:12.909" v="2066" actId="1035"/>
        <pc:sldMkLst>
          <pc:docMk/>
          <pc:sldMk cId="3612432494" sldId="256"/>
        </pc:sldMkLst>
        <pc:spChg chg="mod">
          <ac:chgData name="Charlotte Ruby Patterson" userId="5e4f2a4d-4d7e-4526-8ff8-c9f44bf0b6b7" providerId="ADAL" clId="{D31FD800-5519-4CBD-B48F-1780726ABED0}" dt="2025-04-03T01:23:16.264" v="394" actId="20577"/>
          <ac:spMkLst>
            <pc:docMk/>
            <pc:sldMk cId="3612432494" sldId="256"/>
            <ac:spMk id="2" creationId="{D427427A-7DF1-2C46-CFA4-FF7F08F336AC}"/>
          </ac:spMkLst>
        </pc:spChg>
        <pc:spChg chg="add mod">
          <ac:chgData name="Charlotte Ruby Patterson" userId="5e4f2a4d-4d7e-4526-8ff8-c9f44bf0b6b7" providerId="ADAL" clId="{D31FD800-5519-4CBD-B48F-1780726ABED0}" dt="2025-04-15T05:35:42.289" v="2055" actId="1076"/>
          <ac:spMkLst>
            <pc:docMk/>
            <pc:sldMk cId="3612432494" sldId="256"/>
            <ac:spMk id="4" creationId="{4684384B-0AB0-ADF4-C9AB-1F922AD9F4D6}"/>
          </ac:spMkLst>
        </pc:spChg>
        <pc:spChg chg="mod">
          <ac:chgData name="Charlotte Ruby Patterson" userId="5e4f2a4d-4d7e-4526-8ff8-c9f44bf0b6b7" providerId="ADAL" clId="{D31FD800-5519-4CBD-B48F-1780726ABED0}" dt="2025-04-15T04:53:50.306" v="1642" actId="20577"/>
          <ac:spMkLst>
            <pc:docMk/>
            <pc:sldMk cId="3612432494" sldId="256"/>
            <ac:spMk id="14" creationId="{F0A80EAA-E601-E234-3D88-755CD2D836A4}"/>
          </ac:spMkLst>
        </pc:spChg>
        <pc:picChg chg="add mod">
          <ac:chgData name="Charlotte Ruby Patterson" userId="5e4f2a4d-4d7e-4526-8ff8-c9f44bf0b6b7" providerId="ADAL" clId="{D31FD800-5519-4CBD-B48F-1780726ABED0}" dt="2025-04-15T05:36:12.909" v="2066" actId="1035"/>
          <ac:picMkLst>
            <pc:docMk/>
            <pc:sldMk cId="3612432494" sldId="256"/>
            <ac:picMk id="5" creationId="{15697DEA-77F3-67BA-FDFF-36D4795D8089}"/>
          </ac:picMkLst>
        </pc:picChg>
      </pc:sldChg>
      <pc:sldChg chg="add">
        <pc:chgData name="Charlotte Ruby Patterson" userId="5e4f2a4d-4d7e-4526-8ff8-c9f44bf0b6b7" providerId="ADAL" clId="{D31FD800-5519-4CBD-B48F-1780726ABED0}" dt="2025-04-15T23:00:31.323" v="6883"/>
        <pc:sldMkLst>
          <pc:docMk/>
          <pc:sldMk cId="280342551" sldId="257"/>
        </pc:sldMkLst>
      </pc:sldChg>
      <pc:sldChg chg="add del modNotesTx">
        <pc:chgData name="Charlotte Ruby Patterson" userId="5e4f2a4d-4d7e-4526-8ff8-c9f44bf0b6b7" providerId="ADAL" clId="{D31FD800-5519-4CBD-B48F-1780726ABED0}" dt="2025-04-15T06:54:19.651" v="4613" actId="2696"/>
        <pc:sldMkLst>
          <pc:docMk/>
          <pc:sldMk cId="1117058006" sldId="257"/>
        </pc:sldMkLst>
      </pc:sldChg>
      <pc:sldChg chg="addSp delSp modSp new del mod">
        <pc:chgData name="Charlotte Ruby Patterson" userId="5e4f2a4d-4d7e-4526-8ff8-c9f44bf0b6b7" providerId="ADAL" clId="{D31FD800-5519-4CBD-B48F-1780726ABED0}" dt="2025-04-03T01:27:52.498" v="544" actId="2696"/>
        <pc:sldMkLst>
          <pc:docMk/>
          <pc:sldMk cId="2155328107" sldId="257"/>
        </pc:sldMkLst>
      </pc:sldChg>
      <pc:sldChg chg="modSp add del mod">
        <pc:chgData name="Charlotte Ruby Patterson" userId="5e4f2a4d-4d7e-4526-8ff8-c9f44bf0b6b7" providerId="ADAL" clId="{D31FD800-5519-4CBD-B48F-1780726ABED0}" dt="2025-04-15T23:00:29.170" v="6882" actId="2696"/>
        <pc:sldMkLst>
          <pc:docMk/>
          <pc:sldMk cId="2712685205" sldId="257"/>
        </pc:sldMkLst>
      </pc:sldChg>
      <pc:sldChg chg="addSp new del">
        <pc:chgData name="Charlotte Ruby Patterson" userId="5e4f2a4d-4d7e-4526-8ff8-c9f44bf0b6b7" providerId="ADAL" clId="{D31FD800-5519-4CBD-B48F-1780726ABED0}" dt="2025-04-03T01:27:52.498" v="544" actId="2696"/>
        <pc:sldMkLst>
          <pc:docMk/>
          <pc:sldMk cId="437120976" sldId="258"/>
        </pc:sldMkLst>
      </pc:sldChg>
      <pc:sldChg chg="add">
        <pc:chgData name="Charlotte Ruby Patterson" userId="5e4f2a4d-4d7e-4526-8ff8-c9f44bf0b6b7" providerId="ADAL" clId="{D31FD800-5519-4CBD-B48F-1780726ABED0}" dt="2025-04-03T01:27:54.498" v="545"/>
        <pc:sldMkLst>
          <pc:docMk/>
          <pc:sldMk cId="4007922882" sldId="258"/>
        </pc:sldMkLst>
      </pc:sldChg>
      <pc:sldChg chg="addSp modSp new mod">
        <pc:chgData name="Charlotte Ruby Patterson" userId="5e4f2a4d-4d7e-4526-8ff8-c9f44bf0b6b7" providerId="ADAL" clId="{D31FD800-5519-4CBD-B48F-1780726ABED0}" dt="2025-04-03T01:18:21.747" v="276" actId="1076"/>
        <pc:sldMkLst>
          <pc:docMk/>
          <pc:sldMk cId="2889341016" sldId="259"/>
        </pc:sldMkLst>
      </pc:sldChg>
      <pc:sldChg chg="modSp new mod ord">
        <pc:chgData name="Charlotte Ruby Patterson" userId="5e4f2a4d-4d7e-4526-8ff8-c9f44bf0b6b7" providerId="ADAL" clId="{D31FD800-5519-4CBD-B48F-1780726ABED0}" dt="2025-04-15T07:27:59.913" v="6609"/>
        <pc:sldMkLst>
          <pc:docMk/>
          <pc:sldMk cId="2641799269" sldId="260"/>
        </pc:sldMkLst>
        <pc:spChg chg="mod">
          <ac:chgData name="Charlotte Ruby Patterson" userId="5e4f2a4d-4d7e-4526-8ff8-c9f44bf0b6b7" providerId="ADAL" clId="{D31FD800-5519-4CBD-B48F-1780726ABED0}" dt="2025-04-03T01:14:43.825" v="200" actId="20577"/>
          <ac:spMkLst>
            <pc:docMk/>
            <pc:sldMk cId="2641799269" sldId="260"/>
            <ac:spMk id="2" creationId="{E416B7F0-CEB3-F66C-96ED-ABBD9330E3DC}"/>
          </ac:spMkLst>
        </pc:spChg>
        <pc:spChg chg="mod">
          <ac:chgData name="Charlotte Ruby Patterson" userId="5e4f2a4d-4d7e-4526-8ff8-c9f44bf0b6b7" providerId="ADAL" clId="{D31FD800-5519-4CBD-B48F-1780726ABED0}" dt="2025-04-03T01:18:06.249" v="274" actId="20577"/>
          <ac:spMkLst>
            <pc:docMk/>
            <pc:sldMk cId="2641799269" sldId="260"/>
            <ac:spMk id="3" creationId="{194045D3-386D-B57E-BFD8-FF722359D076}"/>
          </ac:spMkLst>
        </pc:spChg>
      </pc:sldChg>
      <pc:sldChg chg="addSp delSp modSp add del mod">
        <pc:chgData name="Charlotte Ruby Patterson" userId="5e4f2a4d-4d7e-4526-8ff8-c9f44bf0b6b7" providerId="ADAL" clId="{D31FD800-5519-4CBD-B48F-1780726ABED0}" dt="2025-04-15T06:29:02.847" v="4300" actId="47"/>
        <pc:sldMkLst>
          <pc:docMk/>
          <pc:sldMk cId="3016005132" sldId="261"/>
        </pc:sldMkLst>
      </pc:sldChg>
      <pc:sldChg chg="addSp delSp modSp add del mod">
        <pc:chgData name="Charlotte Ruby Patterson" userId="5e4f2a4d-4d7e-4526-8ff8-c9f44bf0b6b7" providerId="ADAL" clId="{D31FD800-5519-4CBD-B48F-1780726ABED0}" dt="2025-04-15T06:29:02.847" v="4300" actId="47"/>
        <pc:sldMkLst>
          <pc:docMk/>
          <pc:sldMk cId="1661170178" sldId="262"/>
        </pc:sldMkLst>
      </pc:sldChg>
      <pc:sldChg chg="addSp delSp modSp new mod ord">
        <pc:chgData name="Charlotte Ruby Patterson" userId="5e4f2a4d-4d7e-4526-8ff8-c9f44bf0b6b7" providerId="ADAL" clId="{D31FD800-5519-4CBD-B48F-1780726ABED0}" dt="2025-04-03T01:49:39.648" v="972" actId="20577"/>
        <pc:sldMkLst>
          <pc:docMk/>
          <pc:sldMk cId="1253255337" sldId="263"/>
        </pc:sldMkLst>
      </pc:sldChg>
      <pc:sldChg chg="addSp delSp modSp new mod modAnim">
        <pc:chgData name="Charlotte Ruby Patterson" userId="5e4f2a4d-4d7e-4526-8ff8-c9f44bf0b6b7" providerId="ADAL" clId="{D31FD800-5519-4CBD-B48F-1780726ABED0}" dt="2025-04-15T05:00:56.753" v="1702" actId="1076"/>
        <pc:sldMkLst>
          <pc:docMk/>
          <pc:sldMk cId="331342616" sldId="264"/>
        </pc:sldMkLst>
        <pc:spChg chg="mod">
          <ac:chgData name="Charlotte Ruby Patterson" userId="5e4f2a4d-4d7e-4526-8ff8-c9f44bf0b6b7" providerId="ADAL" clId="{D31FD800-5519-4CBD-B48F-1780726ABED0}" dt="2025-04-03T01:24:01.248" v="490" actId="20577"/>
          <ac:spMkLst>
            <pc:docMk/>
            <pc:sldMk cId="331342616" sldId="264"/>
            <ac:spMk id="2" creationId="{AAC8C758-1F79-2CCB-72B2-FC746025B3B9}"/>
          </ac:spMkLst>
        </pc:spChg>
        <pc:picChg chg="add mod modCrop">
          <ac:chgData name="Charlotte Ruby Patterson" userId="5e4f2a4d-4d7e-4526-8ff8-c9f44bf0b6b7" providerId="ADAL" clId="{D31FD800-5519-4CBD-B48F-1780726ABED0}" dt="2025-04-15T04:57:53.386" v="1663" actId="1076"/>
          <ac:picMkLst>
            <pc:docMk/>
            <pc:sldMk cId="331342616" sldId="264"/>
            <ac:picMk id="5" creationId="{66C23EC4-E8F3-96C9-586A-6DFA355DA1F8}"/>
          </ac:picMkLst>
        </pc:picChg>
        <pc:picChg chg="add mod">
          <ac:chgData name="Charlotte Ruby Patterson" userId="5e4f2a4d-4d7e-4526-8ff8-c9f44bf0b6b7" providerId="ADAL" clId="{D31FD800-5519-4CBD-B48F-1780726ABED0}" dt="2025-04-15T00:39:12.306" v="1597" actId="1076"/>
          <ac:picMkLst>
            <pc:docMk/>
            <pc:sldMk cId="331342616" sldId="264"/>
            <ac:picMk id="6" creationId="{064DCADF-2770-9359-A949-C05A10927C55}"/>
          </ac:picMkLst>
        </pc:picChg>
        <pc:picChg chg="add mod">
          <ac:chgData name="Charlotte Ruby Patterson" userId="5e4f2a4d-4d7e-4526-8ff8-c9f44bf0b6b7" providerId="ADAL" clId="{D31FD800-5519-4CBD-B48F-1780726ABED0}" dt="2025-04-15T04:57:29.676" v="1656" actId="29295"/>
          <ac:picMkLst>
            <pc:docMk/>
            <pc:sldMk cId="331342616" sldId="264"/>
            <ac:picMk id="8" creationId="{FEA6C681-2672-8A2B-5EF8-BB27A2CDB5EF}"/>
          </ac:picMkLst>
        </pc:picChg>
        <pc:picChg chg="add mod">
          <ac:chgData name="Charlotte Ruby Patterson" userId="5e4f2a4d-4d7e-4526-8ff8-c9f44bf0b6b7" providerId="ADAL" clId="{D31FD800-5519-4CBD-B48F-1780726ABED0}" dt="2025-04-15T04:57:42.865" v="1657"/>
          <ac:picMkLst>
            <pc:docMk/>
            <pc:sldMk cId="331342616" sldId="264"/>
            <ac:picMk id="9" creationId="{DB94F97A-4259-9044-EC65-30BB999EC190}"/>
          </ac:picMkLst>
        </pc:picChg>
        <pc:picChg chg="add mod">
          <ac:chgData name="Charlotte Ruby Patterson" userId="5e4f2a4d-4d7e-4526-8ff8-c9f44bf0b6b7" providerId="ADAL" clId="{D31FD800-5519-4CBD-B48F-1780726ABED0}" dt="2025-04-15T04:58:04.087" v="1667" actId="14100"/>
          <ac:picMkLst>
            <pc:docMk/>
            <pc:sldMk cId="331342616" sldId="264"/>
            <ac:picMk id="10" creationId="{AB02B294-6A85-4A51-B9E5-54A969FD4BAD}"/>
          </ac:picMkLst>
        </pc:picChg>
        <pc:picChg chg="add mod">
          <ac:chgData name="Charlotte Ruby Patterson" userId="5e4f2a4d-4d7e-4526-8ff8-c9f44bf0b6b7" providerId="ADAL" clId="{D31FD800-5519-4CBD-B48F-1780726ABED0}" dt="2025-04-15T04:58:32.157" v="1676" actId="1076"/>
          <ac:picMkLst>
            <pc:docMk/>
            <pc:sldMk cId="331342616" sldId="264"/>
            <ac:picMk id="11" creationId="{47AA4F26-9F54-8228-5CB5-167CB07CA6CB}"/>
          </ac:picMkLst>
        </pc:picChg>
        <pc:picChg chg="add mod">
          <ac:chgData name="Charlotte Ruby Patterson" userId="5e4f2a4d-4d7e-4526-8ff8-c9f44bf0b6b7" providerId="ADAL" clId="{D31FD800-5519-4CBD-B48F-1780726ABED0}" dt="2025-04-15T04:59:25.399" v="1689" actId="1076"/>
          <ac:picMkLst>
            <pc:docMk/>
            <pc:sldMk cId="331342616" sldId="264"/>
            <ac:picMk id="12" creationId="{E2D47A12-F1E0-7DB9-EB07-EF2EA463D32E}"/>
          </ac:picMkLst>
        </pc:picChg>
        <pc:picChg chg="add mod">
          <ac:chgData name="Charlotte Ruby Patterson" userId="5e4f2a4d-4d7e-4526-8ff8-c9f44bf0b6b7" providerId="ADAL" clId="{D31FD800-5519-4CBD-B48F-1780726ABED0}" dt="2025-04-15T05:00:13.248" v="1694" actId="1076"/>
          <ac:picMkLst>
            <pc:docMk/>
            <pc:sldMk cId="331342616" sldId="264"/>
            <ac:picMk id="14" creationId="{A516FBA3-81CB-FD58-17CD-B263279C8513}"/>
          </ac:picMkLst>
        </pc:picChg>
        <pc:picChg chg="add mod">
          <ac:chgData name="Charlotte Ruby Patterson" userId="5e4f2a4d-4d7e-4526-8ff8-c9f44bf0b6b7" providerId="ADAL" clId="{D31FD800-5519-4CBD-B48F-1780726ABED0}" dt="2025-04-15T05:00:56.753" v="1702" actId="1076"/>
          <ac:picMkLst>
            <pc:docMk/>
            <pc:sldMk cId="331342616" sldId="264"/>
            <ac:picMk id="16" creationId="{DD07D99A-97AC-32AC-7821-D2C5D597C4B2}"/>
          </ac:picMkLst>
        </pc:picChg>
      </pc:sldChg>
      <pc:sldChg chg="modSp add mod">
        <pc:chgData name="Charlotte Ruby Patterson" userId="5e4f2a4d-4d7e-4526-8ff8-c9f44bf0b6b7" providerId="ADAL" clId="{D31FD800-5519-4CBD-B48F-1780726ABED0}" dt="2025-04-15T22:55:15.358" v="6680" actId="20577"/>
        <pc:sldMkLst>
          <pc:docMk/>
          <pc:sldMk cId="1371601781" sldId="265"/>
        </pc:sldMkLst>
        <pc:spChg chg="mod">
          <ac:chgData name="Charlotte Ruby Patterson" userId="5e4f2a4d-4d7e-4526-8ff8-c9f44bf0b6b7" providerId="ADAL" clId="{D31FD800-5519-4CBD-B48F-1780726ABED0}" dt="2025-04-03T01:24:37.647" v="522" actId="20577"/>
          <ac:spMkLst>
            <pc:docMk/>
            <pc:sldMk cId="1371601781" sldId="265"/>
            <ac:spMk id="2" creationId="{D808B9B5-8D56-7E22-DC7D-3588E8A95DAD}"/>
          </ac:spMkLst>
        </pc:spChg>
        <pc:spChg chg="mod">
          <ac:chgData name="Charlotte Ruby Patterson" userId="5e4f2a4d-4d7e-4526-8ff8-c9f44bf0b6b7" providerId="ADAL" clId="{D31FD800-5519-4CBD-B48F-1780726ABED0}" dt="2025-04-15T22:55:15.358" v="6680" actId="20577"/>
          <ac:spMkLst>
            <pc:docMk/>
            <pc:sldMk cId="1371601781" sldId="265"/>
            <ac:spMk id="3" creationId="{91067EC3-A3BD-296C-7F49-B08805173E11}"/>
          </ac:spMkLst>
        </pc:spChg>
      </pc:sldChg>
      <pc:sldChg chg="addSp delSp modSp add mod delAnim modAnim modNotesTx">
        <pc:chgData name="Charlotte Ruby Patterson" userId="5e4f2a4d-4d7e-4526-8ff8-c9f44bf0b6b7" providerId="ADAL" clId="{D31FD800-5519-4CBD-B48F-1780726ABED0}" dt="2025-04-15T07:25:33.899" v="6521" actId="20577"/>
        <pc:sldMkLst>
          <pc:docMk/>
          <pc:sldMk cId="65016677" sldId="266"/>
        </pc:sldMkLst>
        <pc:spChg chg="mod">
          <ac:chgData name="Charlotte Ruby Patterson" userId="5e4f2a4d-4d7e-4526-8ff8-c9f44bf0b6b7" providerId="ADAL" clId="{D31FD800-5519-4CBD-B48F-1780726ABED0}" dt="2025-04-15T05:42:26.585" v="2190" actId="1036"/>
          <ac:spMkLst>
            <pc:docMk/>
            <pc:sldMk cId="65016677" sldId="266"/>
            <ac:spMk id="2" creationId="{1B790A4D-50FF-1253-1551-5BCB378406D2}"/>
          </ac:spMkLst>
        </pc:spChg>
        <pc:spChg chg="mod">
          <ac:chgData name="Charlotte Ruby Patterson" userId="5e4f2a4d-4d7e-4526-8ff8-c9f44bf0b6b7" providerId="ADAL" clId="{D31FD800-5519-4CBD-B48F-1780726ABED0}" dt="2025-04-15T05:44:11.217" v="2208" actId="1076"/>
          <ac:spMkLst>
            <pc:docMk/>
            <pc:sldMk cId="65016677" sldId="266"/>
            <ac:spMk id="3" creationId="{5E7BF1BB-BDB8-1E26-D07D-3A357E6C46BE}"/>
          </ac:spMkLst>
        </pc:spChg>
        <pc:spChg chg="add mod">
          <ac:chgData name="Charlotte Ruby Patterson" userId="5e4f2a4d-4d7e-4526-8ff8-c9f44bf0b6b7" providerId="ADAL" clId="{D31FD800-5519-4CBD-B48F-1780726ABED0}" dt="2025-04-15T05:50:45.888" v="2324" actId="1582"/>
          <ac:spMkLst>
            <pc:docMk/>
            <pc:sldMk cId="65016677" sldId="266"/>
            <ac:spMk id="10" creationId="{17CBDFD2-B823-78D5-CFB8-A5BD8E000B5C}"/>
          </ac:spMkLst>
        </pc:spChg>
        <pc:spChg chg="add mod">
          <ac:chgData name="Charlotte Ruby Patterson" userId="5e4f2a4d-4d7e-4526-8ff8-c9f44bf0b6b7" providerId="ADAL" clId="{D31FD800-5519-4CBD-B48F-1780726ABED0}" dt="2025-04-15T07:25:33.899" v="6521" actId="20577"/>
          <ac:spMkLst>
            <pc:docMk/>
            <pc:sldMk cId="65016677" sldId="266"/>
            <ac:spMk id="15" creationId="{26B85BEB-64DA-B51D-DBD5-98ED7C3CF586}"/>
          </ac:spMkLst>
        </pc:spChg>
        <pc:picChg chg="add mod">
          <ac:chgData name="Charlotte Ruby Patterson" userId="5e4f2a4d-4d7e-4526-8ff8-c9f44bf0b6b7" providerId="ADAL" clId="{D31FD800-5519-4CBD-B48F-1780726ABED0}" dt="2025-04-15T05:49:58.060" v="2303" actId="1076"/>
          <ac:picMkLst>
            <pc:docMk/>
            <pc:sldMk cId="65016677" sldId="266"/>
            <ac:picMk id="7" creationId="{6E0AE89A-723B-9B05-CC57-0F18ECF06487}"/>
          </ac:picMkLst>
        </pc:picChg>
        <pc:picChg chg="add mod">
          <ac:chgData name="Charlotte Ruby Patterson" userId="5e4f2a4d-4d7e-4526-8ff8-c9f44bf0b6b7" providerId="ADAL" clId="{D31FD800-5519-4CBD-B48F-1780726ABED0}" dt="2025-04-15T05:51:36.258" v="2327" actId="1076"/>
          <ac:picMkLst>
            <pc:docMk/>
            <pc:sldMk cId="65016677" sldId="266"/>
            <ac:picMk id="12" creationId="{A008FE06-605D-DC49-2DCB-84D02E69D441}"/>
          </ac:picMkLst>
        </pc:picChg>
        <pc:picChg chg="add mod">
          <ac:chgData name="Charlotte Ruby Patterson" userId="5e4f2a4d-4d7e-4526-8ff8-c9f44bf0b6b7" providerId="ADAL" clId="{D31FD800-5519-4CBD-B48F-1780726ABED0}" dt="2025-04-15T05:53:02.844" v="2332" actId="1076"/>
          <ac:picMkLst>
            <pc:docMk/>
            <pc:sldMk cId="65016677" sldId="266"/>
            <ac:picMk id="14" creationId="{69777C44-B234-4F6A-AB09-860581A8CBF3}"/>
          </ac:picMkLst>
        </pc:picChg>
      </pc:sldChg>
      <pc:sldChg chg="addSp delSp modSp new del mod">
        <pc:chgData name="Charlotte Ruby Patterson" userId="5e4f2a4d-4d7e-4526-8ff8-c9f44bf0b6b7" providerId="ADAL" clId="{D31FD800-5519-4CBD-B48F-1780726ABED0}" dt="2025-04-15T07:18:28.884" v="6287" actId="47"/>
        <pc:sldMkLst>
          <pc:docMk/>
          <pc:sldMk cId="1153821141" sldId="267"/>
        </pc:sldMkLst>
      </pc:sldChg>
      <pc:sldChg chg="addSp modSp new mod">
        <pc:chgData name="Charlotte Ruby Patterson" userId="5e4f2a4d-4d7e-4526-8ff8-c9f44bf0b6b7" providerId="ADAL" clId="{D31FD800-5519-4CBD-B48F-1780726ABED0}" dt="2025-04-15T23:03:25.250" v="7094" actId="1076"/>
        <pc:sldMkLst>
          <pc:docMk/>
          <pc:sldMk cId="1197906918" sldId="268"/>
        </pc:sldMkLst>
        <pc:spChg chg="mod">
          <ac:chgData name="Charlotte Ruby Patterson" userId="5e4f2a4d-4d7e-4526-8ff8-c9f44bf0b6b7" providerId="ADAL" clId="{D31FD800-5519-4CBD-B48F-1780726ABED0}" dt="2025-04-15T07:19:09.975" v="6311" actId="20577"/>
          <ac:spMkLst>
            <pc:docMk/>
            <pc:sldMk cId="1197906918" sldId="268"/>
            <ac:spMk id="2" creationId="{8FA8327A-C216-F68F-055E-2696CEEFA144}"/>
          </ac:spMkLst>
        </pc:spChg>
        <pc:spChg chg="mod">
          <ac:chgData name="Charlotte Ruby Patterson" userId="5e4f2a4d-4d7e-4526-8ff8-c9f44bf0b6b7" providerId="ADAL" clId="{D31FD800-5519-4CBD-B48F-1780726ABED0}" dt="2025-04-15T23:03:14.681" v="7093" actId="20577"/>
          <ac:spMkLst>
            <pc:docMk/>
            <pc:sldMk cId="1197906918" sldId="268"/>
            <ac:spMk id="3" creationId="{EFB0CA68-2DD8-3082-79DF-DA6016D1CBDE}"/>
          </ac:spMkLst>
        </pc:spChg>
        <pc:spChg chg="add mod">
          <ac:chgData name="Charlotte Ruby Patterson" userId="5e4f2a4d-4d7e-4526-8ff8-c9f44bf0b6b7" providerId="ADAL" clId="{D31FD800-5519-4CBD-B48F-1780726ABED0}" dt="2025-04-15T23:03:25.250" v="7094" actId="1076"/>
          <ac:spMkLst>
            <pc:docMk/>
            <pc:sldMk cId="1197906918" sldId="268"/>
            <ac:spMk id="8" creationId="{530CCEF8-6F00-D4D4-D066-0BB5DFA98670}"/>
          </ac:spMkLst>
        </pc:spChg>
      </pc:sldChg>
      <pc:sldChg chg="add del">
        <pc:chgData name="Charlotte Ruby Patterson" userId="5e4f2a4d-4d7e-4526-8ff8-c9f44bf0b6b7" providerId="ADAL" clId="{D31FD800-5519-4CBD-B48F-1780726ABED0}" dt="2025-04-15T06:44:03.962" v="4527" actId="2696"/>
        <pc:sldMkLst>
          <pc:docMk/>
          <pc:sldMk cId="1311842594" sldId="269"/>
        </pc:sldMkLst>
      </pc:sldChg>
      <pc:sldChg chg="addSp delSp modSp new del mod ord">
        <pc:chgData name="Charlotte Ruby Patterson" userId="5e4f2a4d-4d7e-4526-8ff8-c9f44bf0b6b7" providerId="ADAL" clId="{D31FD800-5519-4CBD-B48F-1780726ABED0}" dt="2025-04-15T06:30:34.994" v="4343" actId="2696"/>
        <pc:sldMkLst>
          <pc:docMk/>
          <pc:sldMk cId="1685990104" sldId="269"/>
        </pc:sldMkLst>
      </pc:sldChg>
      <pc:sldChg chg="modSp add mod">
        <pc:chgData name="Charlotte Ruby Patterson" userId="5e4f2a4d-4d7e-4526-8ff8-c9f44bf0b6b7" providerId="ADAL" clId="{D31FD800-5519-4CBD-B48F-1780726ABED0}" dt="2025-04-15T06:48:02.716" v="4609" actId="6549"/>
        <pc:sldMkLst>
          <pc:docMk/>
          <pc:sldMk cId="2480066747" sldId="269"/>
        </pc:sldMkLst>
        <pc:spChg chg="mod">
          <ac:chgData name="Charlotte Ruby Patterson" userId="5e4f2a4d-4d7e-4526-8ff8-c9f44bf0b6b7" providerId="ADAL" clId="{D31FD800-5519-4CBD-B48F-1780726ABED0}" dt="2025-04-15T06:48:02.716" v="4609" actId="6549"/>
          <ac:spMkLst>
            <pc:docMk/>
            <pc:sldMk cId="2480066747" sldId="269"/>
            <ac:spMk id="3" creationId="{4E532C00-C1ED-5786-8984-240EDACC7423}"/>
          </ac:spMkLst>
        </pc:spChg>
      </pc:sldChg>
      <pc:sldChg chg="addSp modSp add mod modAnim">
        <pc:chgData name="Charlotte Ruby Patterson" userId="5e4f2a4d-4d7e-4526-8ff8-c9f44bf0b6b7" providerId="ADAL" clId="{D31FD800-5519-4CBD-B48F-1780726ABED0}" dt="2025-04-15T23:03:33.384" v="7096"/>
        <pc:sldMkLst>
          <pc:docMk/>
          <pc:sldMk cId="2193096466" sldId="270"/>
        </pc:sldMkLst>
        <pc:spChg chg="mod">
          <ac:chgData name="Charlotte Ruby Patterson" userId="5e4f2a4d-4d7e-4526-8ff8-c9f44bf0b6b7" providerId="ADAL" clId="{D31FD800-5519-4CBD-B48F-1780726ABED0}" dt="2025-04-13T23:52:39.970" v="1017" actId="20577"/>
          <ac:spMkLst>
            <pc:docMk/>
            <pc:sldMk cId="2193096466" sldId="270"/>
            <ac:spMk id="2" creationId="{E473AC52-D523-8E5D-791D-C16FB87EED2F}"/>
          </ac:spMkLst>
        </pc:spChg>
        <pc:spChg chg="mod">
          <ac:chgData name="Charlotte Ruby Patterson" userId="5e4f2a4d-4d7e-4526-8ff8-c9f44bf0b6b7" providerId="ADAL" clId="{D31FD800-5519-4CBD-B48F-1780726ABED0}" dt="2025-04-15T07:08:27.272" v="5422" actId="1076"/>
          <ac:spMkLst>
            <pc:docMk/>
            <pc:sldMk cId="2193096466" sldId="270"/>
            <ac:spMk id="3" creationId="{FE359941-A03B-A00C-51E3-45C0C7F4411B}"/>
          </ac:spMkLst>
        </pc:spChg>
        <pc:picChg chg="add mod">
          <ac:chgData name="Charlotte Ruby Patterson" userId="5e4f2a4d-4d7e-4526-8ff8-c9f44bf0b6b7" providerId="ADAL" clId="{D31FD800-5519-4CBD-B48F-1780726ABED0}" dt="2025-04-15T07:08:32.472" v="5428" actId="1035"/>
          <ac:picMkLst>
            <pc:docMk/>
            <pc:sldMk cId="2193096466" sldId="270"/>
            <ac:picMk id="4" creationId="{A1362F21-E322-8DCD-C83E-7FDAC13B35DD}"/>
          </ac:picMkLst>
        </pc:picChg>
        <pc:picChg chg="add mod">
          <ac:chgData name="Charlotte Ruby Patterson" userId="5e4f2a4d-4d7e-4526-8ff8-c9f44bf0b6b7" providerId="ADAL" clId="{D31FD800-5519-4CBD-B48F-1780726ABED0}" dt="2025-04-15T07:08:37.372" v="5429" actId="1076"/>
          <ac:picMkLst>
            <pc:docMk/>
            <pc:sldMk cId="2193096466" sldId="270"/>
            <ac:picMk id="8" creationId="{274E3432-3A00-5F18-7577-A2AD60B668F8}"/>
          </ac:picMkLst>
        </pc:picChg>
      </pc:sldChg>
      <pc:sldChg chg="add del">
        <pc:chgData name="Charlotte Ruby Patterson" userId="5e4f2a4d-4d7e-4526-8ff8-c9f44bf0b6b7" providerId="ADAL" clId="{D31FD800-5519-4CBD-B48F-1780726ABED0}" dt="2025-04-13T23:52:29.616" v="974" actId="47"/>
        <pc:sldMkLst>
          <pc:docMk/>
          <pc:sldMk cId="2839118646" sldId="270"/>
        </pc:sldMkLst>
      </pc:sldChg>
      <pc:sldChg chg="modSp add mod">
        <pc:chgData name="Charlotte Ruby Patterson" userId="5e4f2a4d-4d7e-4526-8ff8-c9f44bf0b6b7" providerId="ADAL" clId="{D31FD800-5519-4CBD-B48F-1780726ABED0}" dt="2025-04-15T07:17:26.218" v="6280" actId="20577"/>
        <pc:sldMkLst>
          <pc:docMk/>
          <pc:sldMk cId="2087227611" sldId="271"/>
        </pc:sldMkLst>
        <pc:spChg chg="mod">
          <ac:chgData name="Charlotte Ruby Patterson" userId="5e4f2a4d-4d7e-4526-8ff8-c9f44bf0b6b7" providerId="ADAL" clId="{D31FD800-5519-4CBD-B48F-1780726ABED0}" dt="2025-04-15T07:17:26.218" v="6280" actId="20577"/>
          <ac:spMkLst>
            <pc:docMk/>
            <pc:sldMk cId="2087227611" sldId="271"/>
            <ac:spMk id="3" creationId="{7E292CCB-5FF2-C47C-E60C-5D7C11F55E5E}"/>
          </ac:spMkLst>
        </pc:spChg>
      </pc:sldChg>
      <pc:sldChg chg="modSp new del mod">
        <pc:chgData name="Charlotte Ruby Patterson" userId="5e4f2a4d-4d7e-4526-8ff8-c9f44bf0b6b7" providerId="ADAL" clId="{D31FD800-5519-4CBD-B48F-1780726ABED0}" dt="2025-04-15T07:15:22.703" v="6178" actId="2696"/>
        <pc:sldMkLst>
          <pc:docMk/>
          <pc:sldMk cId="3456446542" sldId="271"/>
        </pc:sldMkLst>
      </pc:sldChg>
      <pc:sldChg chg="ord">
        <pc:chgData name="Charlotte Ruby Patterson" userId="5e4f2a4d-4d7e-4526-8ff8-c9f44bf0b6b7" providerId="ADAL" clId="{D31FD800-5519-4CBD-B48F-1780726ABED0}" dt="2025-04-15T07:18:19.818" v="6286"/>
        <pc:sldMkLst>
          <pc:docMk/>
          <pc:sldMk cId="3238544389" sldId="273"/>
        </pc:sldMkLst>
      </pc:sldChg>
      <pc:sldChg chg="add ord">
        <pc:chgData name="Charlotte Ruby Patterson" userId="5e4f2a4d-4d7e-4526-8ff8-c9f44bf0b6b7" providerId="ADAL" clId="{D31FD800-5519-4CBD-B48F-1780726ABED0}" dt="2025-04-15T23:25:09.430" v="7305"/>
        <pc:sldMkLst>
          <pc:docMk/>
          <pc:sldMk cId="3116362063" sldId="275"/>
        </pc:sldMkLst>
      </pc:sldChg>
      <pc:sldChg chg="del">
        <pc:chgData name="Charlotte Ruby Patterson" userId="5e4f2a4d-4d7e-4526-8ff8-c9f44bf0b6b7" providerId="ADAL" clId="{D31FD800-5519-4CBD-B48F-1780726ABED0}" dt="2025-04-15T06:53:46.341" v="4611" actId="2696"/>
        <pc:sldMkLst>
          <pc:docMk/>
          <pc:sldMk cId="3969880006" sldId="275"/>
        </pc:sldMkLst>
      </pc:sldChg>
      <pc:sldChg chg="addSp delSp modSp mod modNotesTx">
        <pc:chgData name="Charlotte Ruby Patterson" userId="5e4f2a4d-4d7e-4526-8ff8-c9f44bf0b6b7" providerId="ADAL" clId="{D31FD800-5519-4CBD-B48F-1780726ABED0}" dt="2025-04-15T07:12:09.687" v="5695" actId="1076"/>
        <pc:sldMkLst>
          <pc:docMk/>
          <pc:sldMk cId="3096656171" sldId="277"/>
        </pc:sldMkLst>
        <pc:spChg chg="mod">
          <ac:chgData name="Charlotte Ruby Patterson" userId="5e4f2a4d-4d7e-4526-8ff8-c9f44bf0b6b7" providerId="ADAL" clId="{D31FD800-5519-4CBD-B48F-1780726ABED0}" dt="2025-04-15T06:22:17.169" v="3751" actId="20577"/>
          <ac:spMkLst>
            <pc:docMk/>
            <pc:sldMk cId="3096656171" sldId="277"/>
            <ac:spMk id="2" creationId="{75378156-2E75-552D-9CF5-22A7DD3A0952}"/>
          </ac:spMkLst>
        </pc:spChg>
        <pc:spChg chg="mod">
          <ac:chgData name="Charlotte Ruby Patterson" userId="5e4f2a4d-4d7e-4526-8ff8-c9f44bf0b6b7" providerId="ADAL" clId="{D31FD800-5519-4CBD-B48F-1780726ABED0}" dt="2025-04-15T06:22:43.537" v="3771" actId="20577"/>
          <ac:spMkLst>
            <pc:docMk/>
            <pc:sldMk cId="3096656171" sldId="277"/>
            <ac:spMk id="3" creationId="{8FEEAB43-DF47-5B9B-A9FA-889387034658}"/>
          </ac:spMkLst>
        </pc:spChg>
        <pc:spChg chg="mod">
          <ac:chgData name="Charlotte Ruby Patterson" userId="5e4f2a4d-4d7e-4526-8ff8-c9f44bf0b6b7" providerId="ADAL" clId="{D31FD800-5519-4CBD-B48F-1780726ABED0}" dt="2025-04-15T07:12:09.687" v="5695" actId="1076"/>
          <ac:spMkLst>
            <pc:docMk/>
            <pc:sldMk cId="3096656171" sldId="277"/>
            <ac:spMk id="4" creationId="{62B71929-189E-1699-DB71-384B3C13EC4B}"/>
          </ac:spMkLst>
        </pc:spChg>
        <pc:spChg chg="add mod">
          <ac:chgData name="Charlotte Ruby Patterson" userId="5e4f2a4d-4d7e-4526-8ff8-c9f44bf0b6b7" providerId="ADAL" clId="{D31FD800-5519-4CBD-B48F-1780726ABED0}" dt="2025-04-15T07:12:07.520" v="5693" actId="14100"/>
          <ac:spMkLst>
            <pc:docMk/>
            <pc:sldMk cId="3096656171" sldId="277"/>
            <ac:spMk id="14" creationId="{FF4DDE47-BAE7-B898-14CD-19830C6E5F97}"/>
          </ac:spMkLst>
        </pc:spChg>
        <pc:picChg chg="add mod">
          <ac:chgData name="Charlotte Ruby Patterson" userId="5e4f2a4d-4d7e-4526-8ff8-c9f44bf0b6b7" providerId="ADAL" clId="{D31FD800-5519-4CBD-B48F-1780726ABED0}" dt="2025-04-15T06:23:44.415" v="3849" actId="1076"/>
          <ac:picMkLst>
            <pc:docMk/>
            <pc:sldMk cId="3096656171" sldId="277"/>
            <ac:picMk id="11" creationId="{FCC0750F-AE16-D1AD-D706-D3DA6C24A8B9}"/>
          </ac:picMkLst>
        </pc:picChg>
        <pc:picChg chg="add mod">
          <ac:chgData name="Charlotte Ruby Patterson" userId="5e4f2a4d-4d7e-4526-8ff8-c9f44bf0b6b7" providerId="ADAL" clId="{D31FD800-5519-4CBD-B48F-1780726ABED0}" dt="2025-04-15T06:24:01.891" v="3855" actId="1076"/>
          <ac:picMkLst>
            <pc:docMk/>
            <pc:sldMk cId="3096656171" sldId="277"/>
            <ac:picMk id="13" creationId="{71852ACA-F98B-403D-7D7F-F41AC242F131}"/>
          </ac:picMkLst>
        </pc:picChg>
        <pc:picChg chg="add mod">
          <ac:chgData name="Charlotte Ruby Patterson" userId="5e4f2a4d-4d7e-4526-8ff8-c9f44bf0b6b7" providerId="ADAL" clId="{D31FD800-5519-4CBD-B48F-1780726ABED0}" dt="2025-04-15T07:11:31.920" v="5582"/>
          <ac:picMkLst>
            <pc:docMk/>
            <pc:sldMk cId="3096656171" sldId="277"/>
            <ac:picMk id="15" creationId="{1585840E-F7A6-9CDB-6ABA-96C7F809EEBA}"/>
          </ac:picMkLst>
        </pc:picChg>
      </pc:sldChg>
      <pc:sldChg chg="addSp delSp modSp mod ord modNotesTx">
        <pc:chgData name="Charlotte Ruby Patterson" userId="5e4f2a4d-4d7e-4526-8ff8-c9f44bf0b6b7" providerId="ADAL" clId="{D31FD800-5519-4CBD-B48F-1780726ABED0}" dt="2025-04-15T23:25:04.863" v="7303" actId="20577"/>
        <pc:sldMkLst>
          <pc:docMk/>
          <pc:sldMk cId="88110481" sldId="278"/>
        </pc:sldMkLst>
        <pc:spChg chg="mod">
          <ac:chgData name="Charlotte Ruby Patterson" userId="5e4f2a4d-4d7e-4526-8ff8-c9f44bf0b6b7" providerId="ADAL" clId="{D31FD800-5519-4CBD-B48F-1780726ABED0}" dt="2025-04-15T23:23:53.363" v="7167" actId="20577"/>
          <ac:spMkLst>
            <pc:docMk/>
            <pc:sldMk cId="88110481" sldId="278"/>
            <ac:spMk id="3" creationId="{94E95C65-1136-8AB4-7DA3-2CCD01A0338C}"/>
          </ac:spMkLst>
        </pc:spChg>
        <pc:spChg chg="add mod">
          <ac:chgData name="Charlotte Ruby Patterson" userId="5e4f2a4d-4d7e-4526-8ff8-c9f44bf0b6b7" providerId="ADAL" clId="{D31FD800-5519-4CBD-B48F-1780726ABED0}" dt="2025-04-15T06:28:27.128" v="4299" actId="20577"/>
          <ac:spMkLst>
            <pc:docMk/>
            <pc:sldMk cId="88110481" sldId="278"/>
            <ac:spMk id="12" creationId="{A3503715-9AD5-22D1-0DAF-819CFB5711BC}"/>
          </ac:spMkLst>
        </pc:spChg>
        <pc:picChg chg="add mod">
          <ac:chgData name="Charlotte Ruby Patterson" userId="5e4f2a4d-4d7e-4526-8ff8-c9f44bf0b6b7" providerId="ADAL" clId="{D31FD800-5519-4CBD-B48F-1780726ABED0}" dt="2025-04-15T06:26:26.363" v="3951" actId="1076"/>
          <ac:picMkLst>
            <pc:docMk/>
            <pc:sldMk cId="88110481" sldId="278"/>
            <ac:picMk id="10" creationId="{945A26B9-B377-E385-459E-E4442C5A1D5E}"/>
          </ac:picMkLst>
        </pc:picChg>
        <pc:picChg chg="add mod">
          <ac:chgData name="Charlotte Ruby Patterson" userId="5e4f2a4d-4d7e-4526-8ff8-c9f44bf0b6b7" providerId="ADAL" clId="{D31FD800-5519-4CBD-B48F-1780726ABED0}" dt="2025-04-15T06:26:23.880" v="3950" actId="1076"/>
          <ac:picMkLst>
            <pc:docMk/>
            <pc:sldMk cId="88110481" sldId="278"/>
            <ac:picMk id="11" creationId="{96330B59-EA5B-522F-35EC-957EF977E26B}"/>
          </ac:picMkLst>
        </pc:picChg>
      </pc:sldChg>
      <pc:sldChg chg="addSp delSp modSp mod">
        <pc:chgData name="Charlotte Ruby Patterson" userId="5e4f2a4d-4d7e-4526-8ff8-c9f44bf0b6b7" providerId="ADAL" clId="{D31FD800-5519-4CBD-B48F-1780726ABED0}" dt="2025-04-15T07:04:28.841" v="5041" actId="20577"/>
        <pc:sldMkLst>
          <pc:docMk/>
          <pc:sldMk cId="1562069655" sldId="279"/>
        </pc:sldMkLst>
        <pc:spChg chg="mod">
          <ac:chgData name="Charlotte Ruby Patterson" userId="5e4f2a4d-4d7e-4526-8ff8-c9f44bf0b6b7" providerId="ADAL" clId="{D31FD800-5519-4CBD-B48F-1780726ABED0}" dt="2025-04-15T07:04:28.841" v="5041" actId="20577"/>
          <ac:spMkLst>
            <pc:docMk/>
            <pc:sldMk cId="1562069655" sldId="279"/>
            <ac:spMk id="3" creationId="{B9C89900-6A1F-5F9F-CFF6-873710384649}"/>
          </ac:spMkLst>
        </pc:spChg>
        <pc:picChg chg="add mod">
          <ac:chgData name="Charlotte Ruby Patterson" userId="5e4f2a4d-4d7e-4526-8ff8-c9f44bf0b6b7" providerId="ADAL" clId="{D31FD800-5519-4CBD-B48F-1780726ABED0}" dt="2025-04-15T07:02:35.891" v="4901" actId="1076"/>
          <ac:picMkLst>
            <pc:docMk/>
            <pc:sldMk cId="1562069655" sldId="279"/>
            <ac:picMk id="13" creationId="{58B5449E-6794-A636-AA52-7456093B51FA}"/>
          </ac:picMkLst>
        </pc:picChg>
        <pc:picChg chg="add mod">
          <ac:chgData name="Charlotte Ruby Patterson" userId="5e4f2a4d-4d7e-4526-8ff8-c9f44bf0b6b7" providerId="ADAL" clId="{D31FD800-5519-4CBD-B48F-1780726ABED0}" dt="2025-04-15T07:02:33.991" v="4900" actId="1076"/>
          <ac:picMkLst>
            <pc:docMk/>
            <pc:sldMk cId="1562069655" sldId="279"/>
            <ac:picMk id="15" creationId="{9D59E5B0-2DC2-C959-BE39-82BF5A36B9CA}"/>
          </ac:picMkLst>
        </pc:picChg>
      </pc:sldChg>
      <pc:sldChg chg="addSp delSp modSp mod modAnim">
        <pc:chgData name="Charlotte Ruby Patterson" userId="5e4f2a4d-4d7e-4526-8ff8-c9f44bf0b6b7" providerId="ADAL" clId="{D31FD800-5519-4CBD-B48F-1780726ABED0}" dt="2025-04-16T01:10:49.249" v="7684" actId="20577"/>
        <pc:sldMkLst>
          <pc:docMk/>
          <pc:sldMk cId="1287532557" sldId="281"/>
        </pc:sldMkLst>
        <pc:spChg chg="add mod">
          <ac:chgData name="Charlotte Ruby Patterson" userId="5e4f2a4d-4d7e-4526-8ff8-c9f44bf0b6b7" providerId="ADAL" clId="{D31FD800-5519-4CBD-B48F-1780726ABED0}" dt="2025-04-16T01:10:49.249" v="7684" actId="20577"/>
          <ac:spMkLst>
            <pc:docMk/>
            <pc:sldMk cId="1287532557" sldId="281"/>
            <ac:spMk id="8" creationId="{8A9C76BE-4B72-3F89-FB4D-F42120927710}"/>
          </ac:spMkLst>
        </pc:spChg>
        <pc:spChg chg="add mod">
          <ac:chgData name="Charlotte Ruby Patterson" userId="5e4f2a4d-4d7e-4526-8ff8-c9f44bf0b6b7" providerId="ADAL" clId="{D31FD800-5519-4CBD-B48F-1780726ABED0}" dt="2025-04-15T07:27:50.264" v="6607" actId="20577"/>
          <ac:spMkLst>
            <pc:docMk/>
            <pc:sldMk cId="1287532557" sldId="281"/>
            <ac:spMk id="11" creationId="{5738A741-CBA3-BF1A-5177-FD4CBBF02B79}"/>
          </ac:spMkLst>
        </pc:spChg>
        <pc:picChg chg="add mod">
          <ac:chgData name="Charlotte Ruby Patterson" userId="5e4f2a4d-4d7e-4526-8ff8-c9f44bf0b6b7" providerId="ADAL" clId="{D31FD800-5519-4CBD-B48F-1780726ABED0}" dt="2025-04-16T01:10:36.420" v="7612"/>
          <ac:picMkLst>
            <pc:docMk/>
            <pc:sldMk cId="1287532557" sldId="281"/>
            <ac:picMk id="9" creationId="{DD40385A-9947-E5C3-BA0B-5D282453183E}"/>
          </ac:picMkLst>
        </pc:picChg>
        <pc:picChg chg="add mod">
          <ac:chgData name="Charlotte Ruby Patterson" userId="5e4f2a4d-4d7e-4526-8ff8-c9f44bf0b6b7" providerId="ADAL" clId="{D31FD800-5519-4CBD-B48F-1780726ABED0}" dt="2025-04-15T07:27:28.030" v="6565" actId="1076"/>
          <ac:picMkLst>
            <pc:docMk/>
            <pc:sldMk cId="1287532557" sldId="281"/>
            <ac:picMk id="10" creationId="{3B15B6B9-64CD-379B-2481-629E11B163B7}"/>
          </ac:picMkLst>
        </pc:picChg>
      </pc:sldChg>
      <pc:sldChg chg="ord">
        <pc:chgData name="Charlotte Ruby Patterson" userId="5e4f2a4d-4d7e-4526-8ff8-c9f44bf0b6b7" providerId="ADAL" clId="{D31FD800-5519-4CBD-B48F-1780726ABED0}" dt="2025-04-15T07:18:48.817" v="6301"/>
        <pc:sldMkLst>
          <pc:docMk/>
          <pc:sldMk cId="2480356457" sldId="283"/>
        </pc:sldMkLst>
      </pc:sldChg>
      <pc:sldChg chg="new del">
        <pc:chgData name="Charlotte Ruby Patterson" userId="5e4f2a4d-4d7e-4526-8ff8-c9f44bf0b6b7" providerId="ADAL" clId="{D31FD800-5519-4CBD-B48F-1780726ABED0}" dt="2025-04-15T05:01:30.413" v="1704" actId="47"/>
        <pc:sldMkLst>
          <pc:docMk/>
          <pc:sldMk cId="315129609" sldId="284"/>
        </pc:sldMkLst>
      </pc:sldChg>
      <pc:sldChg chg="modSp new del mod ord">
        <pc:chgData name="Charlotte Ruby Patterson" userId="5e4f2a4d-4d7e-4526-8ff8-c9f44bf0b6b7" providerId="ADAL" clId="{D31FD800-5519-4CBD-B48F-1780726ABED0}" dt="2025-04-15T07:15:51.935" v="6180" actId="47"/>
        <pc:sldMkLst>
          <pc:docMk/>
          <pc:sldMk cId="3627102658" sldId="284"/>
        </pc:sldMkLst>
      </pc:sldChg>
      <pc:sldChg chg="addSp delSp new del mod">
        <pc:chgData name="Charlotte Ruby Patterson" userId="5e4f2a4d-4d7e-4526-8ff8-c9f44bf0b6b7" providerId="ADAL" clId="{D31FD800-5519-4CBD-B48F-1780726ABED0}" dt="2025-04-15T06:29:16.227" v="4301" actId="47"/>
        <pc:sldMkLst>
          <pc:docMk/>
          <pc:sldMk cId="2017615769" sldId="285"/>
        </pc:sldMkLst>
      </pc:sldChg>
      <pc:sldChg chg="new del">
        <pc:chgData name="Charlotte Ruby Patterson" userId="5e4f2a4d-4d7e-4526-8ff8-c9f44bf0b6b7" providerId="ADAL" clId="{D31FD800-5519-4CBD-B48F-1780726ABED0}" dt="2025-04-15T05:33:39.566" v="2051" actId="47"/>
        <pc:sldMkLst>
          <pc:docMk/>
          <pc:sldMk cId="2663337338" sldId="285"/>
        </pc:sldMkLst>
      </pc:sldChg>
      <pc:sldChg chg="addSp delSp modSp new mod ord delAnim modAnim">
        <pc:chgData name="Charlotte Ruby Patterson" userId="5e4f2a4d-4d7e-4526-8ff8-c9f44bf0b6b7" providerId="ADAL" clId="{D31FD800-5519-4CBD-B48F-1780726ABED0}" dt="2025-04-15T22:58:16.092" v="6681"/>
        <pc:sldMkLst>
          <pc:docMk/>
          <pc:sldMk cId="1553231249" sldId="286"/>
        </pc:sldMkLst>
        <pc:spChg chg="add del mod">
          <ac:chgData name="Charlotte Ruby Patterson" userId="5e4f2a4d-4d7e-4526-8ff8-c9f44bf0b6b7" providerId="ADAL" clId="{D31FD800-5519-4CBD-B48F-1780726ABED0}" dt="2025-04-15T05:58:49.852" v="2560" actId="1037"/>
          <ac:spMkLst>
            <pc:docMk/>
            <pc:sldMk cId="1553231249" sldId="286"/>
            <ac:spMk id="7" creationId="{7AC633D8-A874-FE7E-AF2E-7FD697417410}"/>
          </ac:spMkLst>
        </pc:spChg>
        <pc:spChg chg="add mod">
          <ac:chgData name="Charlotte Ruby Patterson" userId="5e4f2a4d-4d7e-4526-8ff8-c9f44bf0b6b7" providerId="ADAL" clId="{D31FD800-5519-4CBD-B48F-1780726ABED0}" dt="2025-04-15T06:04:02.614" v="2738" actId="1076"/>
          <ac:spMkLst>
            <pc:docMk/>
            <pc:sldMk cId="1553231249" sldId="286"/>
            <ac:spMk id="10" creationId="{DAB61E81-F1E4-8ADE-A95C-0C69732D9CEC}"/>
          </ac:spMkLst>
        </pc:spChg>
        <pc:spChg chg="add mod">
          <ac:chgData name="Charlotte Ruby Patterson" userId="5e4f2a4d-4d7e-4526-8ff8-c9f44bf0b6b7" providerId="ADAL" clId="{D31FD800-5519-4CBD-B48F-1780726ABED0}" dt="2025-04-15T06:04:06.430" v="2739" actId="1076"/>
          <ac:spMkLst>
            <pc:docMk/>
            <pc:sldMk cId="1553231249" sldId="286"/>
            <ac:spMk id="13" creationId="{4FBA6EEB-FF6F-7FA5-293B-8A1801015B15}"/>
          </ac:spMkLst>
        </pc:spChg>
        <pc:picChg chg="add mod ord">
          <ac:chgData name="Charlotte Ruby Patterson" userId="5e4f2a4d-4d7e-4526-8ff8-c9f44bf0b6b7" providerId="ADAL" clId="{D31FD800-5519-4CBD-B48F-1780726ABED0}" dt="2025-04-15T06:02:04.315" v="2581" actId="1076"/>
          <ac:picMkLst>
            <pc:docMk/>
            <pc:sldMk cId="1553231249" sldId="286"/>
            <ac:picMk id="12" creationId="{348427F1-0F70-5406-8CC4-5CD2E5D5F1D6}"/>
          </ac:picMkLst>
        </pc:picChg>
        <pc:picChg chg="add mod">
          <ac:chgData name="Charlotte Ruby Patterson" userId="5e4f2a4d-4d7e-4526-8ff8-c9f44bf0b6b7" providerId="ADAL" clId="{D31FD800-5519-4CBD-B48F-1780726ABED0}" dt="2025-04-15T06:02:07.982" v="2583" actId="1076"/>
          <ac:picMkLst>
            <pc:docMk/>
            <pc:sldMk cId="1553231249" sldId="286"/>
            <ac:picMk id="1026" creationId="{55CFE81F-ADFE-6746-BDC1-391D6C073D0C}"/>
          </ac:picMkLst>
        </pc:picChg>
      </pc:sldChg>
      <pc:sldChg chg="addSp delSp modSp new del mod">
        <pc:chgData name="Charlotte Ruby Patterson" userId="5e4f2a4d-4d7e-4526-8ff8-c9f44bf0b6b7" providerId="ADAL" clId="{D31FD800-5519-4CBD-B48F-1780726ABED0}" dt="2025-04-15T06:16:42.786" v="3501" actId="47"/>
        <pc:sldMkLst>
          <pc:docMk/>
          <pc:sldMk cId="611736241" sldId="287"/>
        </pc:sldMkLst>
      </pc:sldChg>
      <pc:sldChg chg="addSp delSp modSp new mod modAnim modNotesTx">
        <pc:chgData name="Charlotte Ruby Patterson" userId="5e4f2a4d-4d7e-4526-8ff8-c9f44bf0b6b7" providerId="ADAL" clId="{D31FD800-5519-4CBD-B48F-1780726ABED0}" dt="2025-04-15T22:59:03.891" v="6752" actId="6549"/>
        <pc:sldMkLst>
          <pc:docMk/>
          <pc:sldMk cId="814873531" sldId="288"/>
        </pc:sldMkLst>
        <pc:spChg chg="mod">
          <ac:chgData name="Charlotte Ruby Patterson" userId="5e4f2a4d-4d7e-4526-8ff8-c9f44bf0b6b7" providerId="ADAL" clId="{D31FD800-5519-4CBD-B48F-1780726ABED0}" dt="2025-04-15T06:06:19.728" v="2839" actId="20577"/>
          <ac:spMkLst>
            <pc:docMk/>
            <pc:sldMk cId="814873531" sldId="288"/>
            <ac:spMk id="2" creationId="{65C32442-B69C-8A6B-62CA-049A394EB58D}"/>
          </ac:spMkLst>
        </pc:spChg>
        <pc:spChg chg="add mod">
          <ac:chgData name="Charlotte Ruby Patterson" userId="5e4f2a4d-4d7e-4526-8ff8-c9f44bf0b6b7" providerId="ADAL" clId="{D31FD800-5519-4CBD-B48F-1780726ABED0}" dt="2025-04-15T06:09:34.494" v="3342" actId="20577"/>
          <ac:spMkLst>
            <pc:docMk/>
            <pc:sldMk cId="814873531" sldId="288"/>
            <ac:spMk id="10" creationId="{319553BA-102F-013F-7B1F-CCEB0C658196}"/>
          </ac:spMkLst>
        </pc:spChg>
      </pc:sldChg>
      <pc:sldChg chg="modSp new del mod">
        <pc:chgData name="Charlotte Ruby Patterson" userId="5e4f2a4d-4d7e-4526-8ff8-c9f44bf0b6b7" providerId="ADAL" clId="{D31FD800-5519-4CBD-B48F-1780726ABED0}" dt="2025-04-15T06:09:09.313" v="3312" actId="47"/>
        <pc:sldMkLst>
          <pc:docMk/>
          <pc:sldMk cId="972526169" sldId="289"/>
        </pc:sldMkLst>
      </pc:sldChg>
      <pc:sldChg chg="addSp delSp modSp new mod modAnim">
        <pc:chgData name="Charlotte Ruby Patterson" userId="5e4f2a4d-4d7e-4526-8ff8-c9f44bf0b6b7" providerId="ADAL" clId="{D31FD800-5519-4CBD-B48F-1780726ABED0}" dt="2025-04-15T06:22:03.516" v="3714"/>
        <pc:sldMkLst>
          <pc:docMk/>
          <pc:sldMk cId="978555237" sldId="289"/>
        </pc:sldMkLst>
        <pc:spChg chg="mod">
          <ac:chgData name="Charlotte Ruby Patterson" userId="5e4f2a4d-4d7e-4526-8ff8-c9f44bf0b6b7" providerId="ADAL" clId="{D31FD800-5519-4CBD-B48F-1780726ABED0}" dt="2025-04-15T06:10:17.997" v="3373" actId="27636"/>
          <ac:spMkLst>
            <pc:docMk/>
            <pc:sldMk cId="978555237" sldId="289"/>
            <ac:spMk id="2" creationId="{D0257E36-6B04-780B-5110-B56BA5980CBC}"/>
          </ac:spMkLst>
        </pc:spChg>
        <pc:spChg chg="add mod">
          <ac:chgData name="Charlotte Ruby Patterson" userId="5e4f2a4d-4d7e-4526-8ff8-c9f44bf0b6b7" providerId="ADAL" clId="{D31FD800-5519-4CBD-B48F-1780726ABED0}" dt="2025-04-15T06:10:46.425" v="3375"/>
          <ac:spMkLst>
            <pc:docMk/>
            <pc:sldMk cId="978555237" sldId="289"/>
            <ac:spMk id="9" creationId="{6FB2B7AB-38E2-B97C-046A-7A1A4AE19E68}"/>
          </ac:spMkLst>
        </pc:spChg>
        <pc:spChg chg="add mod">
          <ac:chgData name="Charlotte Ruby Patterson" userId="5e4f2a4d-4d7e-4526-8ff8-c9f44bf0b6b7" providerId="ADAL" clId="{D31FD800-5519-4CBD-B48F-1780726ABED0}" dt="2025-04-15T06:10:46.425" v="3375"/>
          <ac:spMkLst>
            <pc:docMk/>
            <pc:sldMk cId="978555237" sldId="289"/>
            <ac:spMk id="10" creationId="{547101D6-BE88-0668-6076-B23B580EB344}"/>
          </ac:spMkLst>
        </pc:spChg>
        <pc:spChg chg="add mod">
          <ac:chgData name="Charlotte Ruby Patterson" userId="5e4f2a4d-4d7e-4526-8ff8-c9f44bf0b6b7" providerId="ADAL" clId="{D31FD800-5519-4CBD-B48F-1780726ABED0}" dt="2025-04-15T06:14:44.188" v="3494" actId="1076"/>
          <ac:spMkLst>
            <pc:docMk/>
            <pc:sldMk cId="978555237" sldId="289"/>
            <ac:spMk id="11" creationId="{39304E90-0FC5-D836-F826-469845DF2FBE}"/>
          </ac:spMkLst>
        </pc:spChg>
        <pc:picChg chg="add mod">
          <ac:chgData name="Charlotte Ruby Patterson" userId="5e4f2a4d-4d7e-4526-8ff8-c9f44bf0b6b7" providerId="ADAL" clId="{D31FD800-5519-4CBD-B48F-1780726ABED0}" dt="2025-04-15T06:22:03.516" v="3714"/>
          <ac:picMkLst>
            <pc:docMk/>
            <pc:sldMk cId="978555237" sldId="289"/>
            <ac:picMk id="12" creationId="{ECDC08CC-F429-1FB1-2520-6491D8A6D479}"/>
          </ac:picMkLst>
        </pc:picChg>
      </pc:sldChg>
      <pc:sldChg chg="addSp delSp modSp add mod ord delAnim modAnim modNotesTx">
        <pc:chgData name="Charlotte Ruby Patterson" userId="5e4f2a4d-4d7e-4526-8ff8-c9f44bf0b6b7" providerId="ADAL" clId="{D31FD800-5519-4CBD-B48F-1780726ABED0}" dt="2025-04-15T07:11:23.387" v="5581" actId="14100"/>
        <pc:sldMkLst>
          <pc:docMk/>
          <pc:sldMk cId="2285977475" sldId="290"/>
        </pc:sldMkLst>
        <pc:spChg chg="add mod">
          <ac:chgData name="Charlotte Ruby Patterson" userId="5e4f2a4d-4d7e-4526-8ff8-c9f44bf0b6b7" providerId="ADAL" clId="{D31FD800-5519-4CBD-B48F-1780726ABED0}" dt="2025-04-15T06:21:15.949" v="3549" actId="5793"/>
          <ac:spMkLst>
            <pc:docMk/>
            <pc:sldMk cId="2285977475" sldId="290"/>
            <ac:spMk id="8" creationId="{132C1BDF-9C9D-068D-B5D1-BB727A6ED653}"/>
          </ac:spMkLst>
        </pc:spChg>
        <pc:spChg chg="add mod">
          <ac:chgData name="Charlotte Ruby Patterson" userId="5e4f2a4d-4d7e-4526-8ff8-c9f44bf0b6b7" providerId="ADAL" clId="{D31FD800-5519-4CBD-B48F-1780726ABED0}" dt="2025-04-15T06:14:39.426" v="3493" actId="1076"/>
          <ac:spMkLst>
            <pc:docMk/>
            <pc:sldMk cId="2285977475" sldId="290"/>
            <ac:spMk id="12" creationId="{773D5218-EACB-1CAB-DA92-AE6ADBDD435E}"/>
          </ac:spMkLst>
        </pc:spChg>
        <pc:spChg chg="add mod">
          <ac:chgData name="Charlotte Ruby Patterson" userId="5e4f2a4d-4d7e-4526-8ff8-c9f44bf0b6b7" providerId="ADAL" clId="{D31FD800-5519-4CBD-B48F-1780726ABED0}" dt="2025-04-15T06:44:35.485" v="4531" actId="14100"/>
          <ac:spMkLst>
            <pc:docMk/>
            <pc:sldMk cId="2285977475" sldId="290"/>
            <ac:spMk id="14" creationId="{A0498E77-9365-6FB9-AA0D-7D05A2507418}"/>
          </ac:spMkLst>
        </pc:spChg>
        <pc:spChg chg="add mod">
          <ac:chgData name="Charlotte Ruby Patterson" userId="5e4f2a4d-4d7e-4526-8ff8-c9f44bf0b6b7" providerId="ADAL" clId="{D31FD800-5519-4CBD-B48F-1780726ABED0}" dt="2025-04-15T07:11:23.387" v="5581" actId="14100"/>
          <ac:spMkLst>
            <pc:docMk/>
            <pc:sldMk cId="2285977475" sldId="290"/>
            <ac:spMk id="15" creationId="{991BEE5E-2471-4AD3-7807-F3F70A746405}"/>
          </ac:spMkLst>
        </pc:spChg>
        <pc:picChg chg="add mod">
          <ac:chgData name="Charlotte Ruby Patterson" userId="5e4f2a4d-4d7e-4526-8ff8-c9f44bf0b6b7" providerId="ADAL" clId="{D31FD800-5519-4CBD-B48F-1780726ABED0}" dt="2025-04-15T06:22:01.432" v="3713"/>
          <ac:picMkLst>
            <pc:docMk/>
            <pc:sldMk cId="2285977475" sldId="290"/>
            <ac:picMk id="13" creationId="{0A4444A1-34E4-AE09-AD67-B5EFFC60421E}"/>
          </ac:picMkLst>
        </pc:picChg>
        <pc:picChg chg="add mod">
          <ac:chgData name="Charlotte Ruby Patterson" userId="5e4f2a4d-4d7e-4526-8ff8-c9f44bf0b6b7" providerId="ADAL" clId="{D31FD800-5519-4CBD-B48F-1780726ABED0}" dt="2025-04-15T07:11:13.987" v="5579" actId="1038"/>
          <ac:picMkLst>
            <pc:docMk/>
            <pc:sldMk cId="2285977475" sldId="290"/>
            <ac:picMk id="16" creationId="{D9A50D17-1DFD-99B8-9881-41396668B3D3}"/>
          </ac:picMkLst>
        </pc:picChg>
      </pc:sldChg>
      <pc:sldChg chg="modSp new del mod">
        <pc:chgData name="Charlotte Ruby Patterson" userId="5e4f2a4d-4d7e-4526-8ff8-c9f44bf0b6b7" providerId="ADAL" clId="{D31FD800-5519-4CBD-B48F-1780726ABED0}" dt="2025-04-15T06:48:40.316" v="4610" actId="47"/>
        <pc:sldMkLst>
          <pc:docMk/>
          <pc:sldMk cId="1646531103" sldId="291"/>
        </pc:sldMkLst>
      </pc:sldChg>
      <pc:sldChg chg="addSp delSp modSp new mod modAnim modNotesTx">
        <pc:chgData name="Charlotte Ruby Patterson" userId="5e4f2a4d-4d7e-4526-8ff8-c9f44bf0b6b7" providerId="ADAL" clId="{D31FD800-5519-4CBD-B48F-1780726ABED0}" dt="2025-04-15T23:00:08.521" v="6881" actId="20577"/>
        <pc:sldMkLst>
          <pc:docMk/>
          <pc:sldMk cId="2030781034" sldId="292"/>
        </pc:sldMkLst>
        <pc:spChg chg="mod">
          <ac:chgData name="Charlotte Ruby Patterson" userId="5e4f2a4d-4d7e-4526-8ff8-c9f44bf0b6b7" providerId="ADAL" clId="{D31FD800-5519-4CBD-B48F-1780726ABED0}" dt="2025-04-15T07:09:04.355" v="5443" actId="20577"/>
          <ac:spMkLst>
            <pc:docMk/>
            <pc:sldMk cId="2030781034" sldId="292"/>
            <ac:spMk id="2" creationId="{BA96CFA9-8083-44F9-BF1A-3C53D0268C80}"/>
          </ac:spMkLst>
        </pc:spChg>
        <pc:spChg chg="add mod">
          <ac:chgData name="Charlotte Ruby Patterson" userId="5e4f2a4d-4d7e-4526-8ff8-c9f44bf0b6b7" providerId="ADAL" clId="{D31FD800-5519-4CBD-B48F-1780726ABED0}" dt="2025-04-15T06:42:50.185" v="4469" actId="1076"/>
          <ac:spMkLst>
            <pc:docMk/>
            <pc:sldMk cId="2030781034" sldId="292"/>
            <ac:spMk id="9" creationId="{80BD0E69-76D5-7D40-508F-2CC015C39A3B}"/>
          </ac:spMkLst>
        </pc:spChg>
        <pc:spChg chg="add mod">
          <ac:chgData name="Charlotte Ruby Patterson" userId="5e4f2a4d-4d7e-4526-8ff8-c9f44bf0b6b7" providerId="ADAL" clId="{D31FD800-5519-4CBD-B48F-1780726ABED0}" dt="2025-04-15T06:43:36.318" v="4477" actId="1076"/>
          <ac:spMkLst>
            <pc:docMk/>
            <pc:sldMk cId="2030781034" sldId="292"/>
            <ac:spMk id="16" creationId="{790416D3-3DB3-500B-BBB6-FB7CE9D7DE1A}"/>
          </ac:spMkLst>
        </pc:spChg>
        <pc:spChg chg="add mod">
          <ac:chgData name="Charlotte Ruby Patterson" userId="5e4f2a4d-4d7e-4526-8ff8-c9f44bf0b6b7" providerId="ADAL" clId="{D31FD800-5519-4CBD-B48F-1780726ABED0}" dt="2025-04-15T06:43:36.318" v="4477" actId="1076"/>
          <ac:spMkLst>
            <pc:docMk/>
            <pc:sldMk cId="2030781034" sldId="292"/>
            <ac:spMk id="17" creationId="{98EF7D8F-E0CF-7213-D921-4CFD72B51997}"/>
          </ac:spMkLst>
        </pc:spChg>
        <pc:spChg chg="add mod">
          <ac:chgData name="Charlotte Ruby Patterson" userId="5e4f2a4d-4d7e-4526-8ff8-c9f44bf0b6b7" providerId="ADAL" clId="{D31FD800-5519-4CBD-B48F-1780726ABED0}" dt="2025-04-15T06:43:36.318" v="4477" actId="1076"/>
          <ac:spMkLst>
            <pc:docMk/>
            <pc:sldMk cId="2030781034" sldId="292"/>
            <ac:spMk id="18" creationId="{BB4DCA92-C95B-9BC4-103C-3F3CA308E23A}"/>
          </ac:spMkLst>
        </pc:spChg>
        <pc:picChg chg="add mod">
          <ac:chgData name="Charlotte Ruby Patterson" userId="5e4f2a4d-4d7e-4526-8ff8-c9f44bf0b6b7" providerId="ADAL" clId="{D31FD800-5519-4CBD-B48F-1780726ABED0}" dt="2025-04-15T06:43:55.857" v="4526" actId="1036"/>
          <ac:picMkLst>
            <pc:docMk/>
            <pc:sldMk cId="2030781034" sldId="292"/>
            <ac:picMk id="8" creationId="{EA36095C-6B40-4099-1FED-5D2222D67A2B}"/>
          </ac:picMkLst>
        </pc:picChg>
        <pc:picChg chg="add mod">
          <ac:chgData name="Charlotte Ruby Patterson" userId="5e4f2a4d-4d7e-4526-8ff8-c9f44bf0b6b7" providerId="ADAL" clId="{D31FD800-5519-4CBD-B48F-1780726ABED0}" dt="2025-04-15T06:43:36.318" v="4477" actId="1076"/>
          <ac:picMkLst>
            <pc:docMk/>
            <pc:sldMk cId="2030781034" sldId="292"/>
            <ac:picMk id="13" creationId="{59553B4E-0049-D9E6-34BD-2C3D6DC5F261}"/>
          </ac:picMkLst>
        </pc:picChg>
        <pc:picChg chg="add mod">
          <ac:chgData name="Charlotte Ruby Patterson" userId="5e4f2a4d-4d7e-4526-8ff8-c9f44bf0b6b7" providerId="ADAL" clId="{D31FD800-5519-4CBD-B48F-1780726ABED0}" dt="2025-04-15T06:43:36.318" v="4477" actId="1076"/>
          <ac:picMkLst>
            <pc:docMk/>
            <pc:sldMk cId="2030781034" sldId="292"/>
            <ac:picMk id="14" creationId="{3A6D5EB3-FB05-2269-1C22-8843F18DEEB6}"/>
          </ac:picMkLst>
        </pc:picChg>
        <pc:picChg chg="add mod">
          <ac:chgData name="Charlotte Ruby Patterson" userId="5e4f2a4d-4d7e-4526-8ff8-c9f44bf0b6b7" providerId="ADAL" clId="{D31FD800-5519-4CBD-B48F-1780726ABED0}" dt="2025-04-15T06:43:36.318" v="4477" actId="1076"/>
          <ac:picMkLst>
            <pc:docMk/>
            <pc:sldMk cId="2030781034" sldId="292"/>
            <ac:picMk id="15" creationId="{F7654AEA-60B3-4023-9271-5ACC2B46ADBA}"/>
          </ac:picMkLst>
        </pc:picChg>
        <pc:picChg chg="add mod">
          <ac:chgData name="Charlotte Ruby Patterson" userId="5e4f2a4d-4d7e-4526-8ff8-c9f44bf0b6b7" providerId="ADAL" clId="{D31FD800-5519-4CBD-B48F-1780726ABED0}" dt="2025-04-15T06:43:55.857" v="4526" actId="1036"/>
          <ac:picMkLst>
            <pc:docMk/>
            <pc:sldMk cId="2030781034" sldId="292"/>
            <ac:picMk id="2050" creationId="{59D1D4A2-7FEE-A547-2894-4EDB56ED36D4}"/>
          </ac:picMkLst>
        </pc:picChg>
      </pc:sldChg>
      <pc:sldChg chg="addSp delSp modSp new mod ord modAnim modNotesTx">
        <pc:chgData name="Charlotte Ruby Patterson" userId="5e4f2a4d-4d7e-4526-8ff8-c9f44bf0b6b7" providerId="ADAL" clId="{D31FD800-5519-4CBD-B48F-1780726ABED0}" dt="2025-04-15T23:12:05.493" v="7152" actId="1076"/>
        <pc:sldMkLst>
          <pc:docMk/>
          <pc:sldMk cId="2186363048" sldId="293"/>
        </pc:sldMkLst>
        <pc:spChg chg="mod">
          <ac:chgData name="Charlotte Ruby Patterson" userId="5e4f2a4d-4d7e-4526-8ff8-c9f44bf0b6b7" providerId="ADAL" clId="{D31FD800-5519-4CBD-B48F-1780726ABED0}" dt="2025-04-15T06:45:17.717" v="4561" actId="20577"/>
          <ac:spMkLst>
            <pc:docMk/>
            <pc:sldMk cId="2186363048" sldId="293"/>
            <ac:spMk id="2" creationId="{43C6CCAC-2CB4-3308-9EFF-01B578491D43}"/>
          </ac:spMkLst>
        </pc:spChg>
        <pc:spChg chg="add mod">
          <ac:chgData name="Charlotte Ruby Patterson" userId="5e4f2a4d-4d7e-4526-8ff8-c9f44bf0b6b7" providerId="ADAL" clId="{D31FD800-5519-4CBD-B48F-1780726ABED0}" dt="2025-04-15T23:12:05.493" v="7152" actId="1076"/>
          <ac:spMkLst>
            <pc:docMk/>
            <pc:sldMk cId="2186363048" sldId="293"/>
            <ac:spMk id="13" creationId="{6936CB34-B4B8-46B0-28E2-BC01F1419966}"/>
          </ac:spMkLst>
        </pc:spChg>
        <pc:picChg chg="add mod modCrop">
          <ac:chgData name="Charlotte Ruby Patterson" userId="5e4f2a4d-4d7e-4526-8ff8-c9f44bf0b6b7" providerId="ADAL" clId="{D31FD800-5519-4CBD-B48F-1780726ABED0}" dt="2025-04-15T23:06:17.944" v="7126" actId="1076"/>
          <ac:picMkLst>
            <pc:docMk/>
            <pc:sldMk cId="2186363048" sldId="293"/>
            <ac:picMk id="3" creationId="{6D941567-C59B-17F3-7C92-0A95C282BDD4}"/>
          </ac:picMkLst>
        </pc:picChg>
        <pc:picChg chg="add mod ord">
          <ac:chgData name="Charlotte Ruby Patterson" userId="5e4f2a4d-4d7e-4526-8ff8-c9f44bf0b6b7" providerId="ADAL" clId="{D31FD800-5519-4CBD-B48F-1780726ABED0}" dt="2025-04-15T23:06:20.460" v="7127" actId="166"/>
          <ac:picMkLst>
            <pc:docMk/>
            <pc:sldMk cId="2186363048" sldId="293"/>
            <ac:picMk id="7" creationId="{00D14B05-3F44-D876-F219-8A6757AAFFF5}"/>
          </ac:picMkLst>
        </pc:picChg>
        <pc:picChg chg="add mod">
          <ac:chgData name="Charlotte Ruby Patterson" userId="5e4f2a4d-4d7e-4526-8ff8-c9f44bf0b6b7" providerId="ADAL" clId="{D31FD800-5519-4CBD-B48F-1780726ABED0}" dt="2025-04-15T23:06:02.743" v="7116" actId="1076"/>
          <ac:picMkLst>
            <pc:docMk/>
            <pc:sldMk cId="2186363048" sldId="293"/>
            <ac:picMk id="8" creationId="{D0ED428F-357B-9F1A-16CB-D2B25067FEEA}"/>
          </ac:picMkLst>
        </pc:picChg>
        <pc:picChg chg="add mod">
          <ac:chgData name="Charlotte Ruby Patterson" userId="5e4f2a4d-4d7e-4526-8ff8-c9f44bf0b6b7" providerId="ADAL" clId="{D31FD800-5519-4CBD-B48F-1780726ABED0}" dt="2025-04-15T23:06:12.943" v="7122" actId="1076"/>
          <ac:picMkLst>
            <pc:docMk/>
            <pc:sldMk cId="2186363048" sldId="293"/>
            <ac:picMk id="9" creationId="{0569881E-7528-67FB-3821-F1382A0B3C0F}"/>
          </ac:picMkLst>
        </pc:picChg>
        <pc:picChg chg="add mod">
          <ac:chgData name="Charlotte Ruby Patterson" userId="5e4f2a4d-4d7e-4526-8ff8-c9f44bf0b6b7" providerId="ADAL" clId="{D31FD800-5519-4CBD-B48F-1780726ABED0}" dt="2025-04-15T23:06:06.295" v="7118" actId="1076"/>
          <ac:picMkLst>
            <pc:docMk/>
            <pc:sldMk cId="2186363048" sldId="293"/>
            <ac:picMk id="10" creationId="{92348880-94D0-E02B-8797-DA828CD50118}"/>
          </ac:picMkLst>
        </pc:picChg>
      </pc:sldChg>
      <pc:sldChg chg="modSp add mod">
        <pc:chgData name="Charlotte Ruby Patterson" userId="5e4f2a4d-4d7e-4526-8ff8-c9f44bf0b6b7" providerId="ADAL" clId="{D31FD800-5519-4CBD-B48F-1780726ABED0}" dt="2025-04-15T06:47:27.716" v="4585" actId="6549"/>
        <pc:sldMkLst>
          <pc:docMk/>
          <pc:sldMk cId="168204496" sldId="294"/>
        </pc:sldMkLst>
        <pc:spChg chg="mod">
          <ac:chgData name="Charlotte Ruby Patterson" userId="5e4f2a4d-4d7e-4526-8ff8-c9f44bf0b6b7" providerId="ADAL" clId="{D31FD800-5519-4CBD-B48F-1780726ABED0}" dt="2025-04-15T06:47:27.716" v="4585" actId="6549"/>
          <ac:spMkLst>
            <pc:docMk/>
            <pc:sldMk cId="168204496" sldId="294"/>
            <ac:spMk id="3" creationId="{4116D06F-00F0-6312-71EF-43B7576D093C}"/>
          </ac:spMkLst>
        </pc:spChg>
      </pc:sldChg>
      <pc:sldChg chg="addSp delSp modSp add mod">
        <pc:chgData name="Charlotte Ruby Patterson" userId="5e4f2a4d-4d7e-4526-8ff8-c9f44bf0b6b7" providerId="ADAL" clId="{D31FD800-5519-4CBD-B48F-1780726ABED0}" dt="2025-04-15T07:17:35.520" v="6281" actId="478"/>
        <pc:sldMkLst>
          <pc:docMk/>
          <pc:sldMk cId="2463835916" sldId="295"/>
        </pc:sldMkLst>
        <pc:spChg chg="mod">
          <ac:chgData name="Charlotte Ruby Patterson" userId="5e4f2a4d-4d7e-4526-8ff8-c9f44bf0b6b7" providerId="ADAL" clId="{D31FD800-5519-4CBD-B48F-1780726ABED0}" dt="2025-04-15T06:55:38.662" v="4686" actId="20577"/>
          <ac:spMkLst>
            <pc:docMk/>
            <pc:sldMk cId="2463835916" sldId="295"/>
            <ac:spMk id="2" creationId="{FC0542FF-5914-A87B-43B7-E7D2ADB98715}"/>
          </ac:spMkLst>
        </pc:spChg>
        <pc:spChg chg="add mod">
          <ac:chgData name="Charlotte Ruby Patterson" userId="5e4f2a4d-4d7e-4526-8ff8-c9f44bf0b6b7" providerId="ADAL" clId="{D31FD800-5519-4CBD-B48F-1780726ABED0}" dt="2025-04-15T06:56:05.962" v="4693" actId="1076"/>
          <ac:spMkLst>
            <pc:docMk/>
            <pc:sldMk cId="2463835916" sldId="295"/>
            <ac:spMk id="7" creationId="{68AADE61-569E-C225-E291-399C5FEBB723}"/>
          </ac:spMkLst>
        </pc:spChg>
        <pc:picChg chg="add mod">
          <ac:chgData name="Charlotte Ruby Patterson" userId="5e4f2a4d-4d7e-4526-8ff8-c9f44bf0b6b7" providerId="ADAL" clId="{D31FD800-5519-4CBD-B48F-1780726ABED0}" dt="2025-04-15T06:56:05.962" v="4693" actId="1076"/>
          <ac:picMkLst>
            <pc:docMk/>
            <pc:sldMk cId="2463835916" sldId="295"/>
            <ac:picMk id="8" creationId="{CC537F14-E3B9-C231-A312-5E0871D4B685}"/>
          </ac:picMkLst>
        </pc:picChg>
        <pc:picChg chg="add mod">
          <ac:chgData name="Charlotte Ruby Patterson" userId="5e4f2a4d-4d7e-4526-8ff8-c9f44bf0b6b7" providerId="ADAL" clId="{D31FD800-5519-4CBD-B48F-1780726ABED0}" dt="2025-04-15T06:57:32.361" v="4710" actId="1076"/>
          <ac:picMkLst>
            <pc:docMk/>
            <pc:sldMk cId="2463835916" sldId="295"/>
            <ac:picMk id="14" creationId="{EAD685B2-1BA0-0C10-6F3D-B826F511F789}"/>
          </ac:picMkLst>
        </pc:picChg>
      </pc:sldChg>
      <pc:sldChg chg="addSp delSp modSp add mod">
        <pc:chgData name="Charlotte Ruby Patterson" userId="5e4f2a4d-4d7e-4526-8ff8-c9f44bf0b6b7" providerId="ADAL" clId="{D31FD800-5519-4CBD-B48F-1780726ABED0}" dt="2025-04-15T06:59:10.210" v="4816" actId="1076"/>
        <pc:sldMkLst>
          <pc:docMk/>
          <pc:sldMk cId="539177696" sldId="296"/>
        </pc:sldMkLst>
        <pc:spChg chg="add mod">
          <ac:chgData name="Charlotte Ruby Patterson" userId="5e4f2a4d-4d7e-4526-8ff8-c9f44bf0b6b7" providerId="ADAL" clId="{D31FD800-5519-4CBD-B48F-1780726ABED0}" dt="2025-04-15T06:59:10.210" v="4816" actId="1076"/>
          <ac:spMkLst>
            <pc:docMk/>
            <pc:sldMk cId="539177696" sldId="296"/>
            <ac:spMk id="3" creationId="{0C700E9F-BD34-6E7A-1961-4C511F78D46D}"/>
          </ac:spMkLst>
        </pc:spChg>
      </pc:sldChg>
      <pc:sldChg chg="addSp delSp modSp new mod">
        <pc:chgData name="Charlotte Ruby Patterson" userId="5e4f2a4d-4d7e-4526-8ff8-c9f44bf0b6b7" providerId="ADAL" clId="{D31FD800-5519-4CBD-B48F-1780726ABED0}" dt="2025-04-15T07:00:48.332" v="4881" actId="14100"/>
        <pc:sldMkLst>
          <pc:docMk/>
          <pc:sldMk cId="2108340454" sldId="297"/>
        </pc:sldMkLst>
        <pc:spChg chg="mod">
          <ac:chgData name="Charlotte Ruby Patterson" userId="5e4f2a4d-4d7e-4526-8ff8-c9f44bf0b6b7" providerId="ADAL" clId="{D31FD800-5519-4CBD-B48F-1780726ABED0}" dt="2025-04-15T07:00:48.332" v="4881" actId="14100"/>
          <ac:spMkLst>
            <pc:docMk/>
            <pc:sldMk cId="2108340454" sldId="297"/>
            <ac:spMk id="2" creationId="{E65E2447-0DFB-44D8-5E98-BAA6B036D7DA}"/>
          </ac:spMkLst>
        </pc:spChg>
        <pc:spChg chg="mod">
          <ac:chgData name="Charlotte Ruby Patterson" userId="5e4f2a4d-4d7e-4526-8ff8-c9f44bf0b6b7" providerId="ADAL" clId="{D31FD800-5519-4CBD-B48F-1780726ABED0}" dt="2025-04-15T07:00:38.641" v="4862" actId="403"/>
          <ac:spMkLst>
            <pc:docMk/>
            <pc:sldMk cId="2108340454" sldId="297"/>
            <ac:spMk id="3" creationId="{38938473-6F0F-6A45-EC11-09E9F8A5FA96}"/>
          </ac:spMkLst>
        </pc:spChg>
      </pc:sldChg>
      <pc:sldChg chg="modSp new del mod">
        <pc:chgData name="Charlotte Ruby Patterson" userId="5e4f2a4d-4d7e-4526-8ff8-c9f44bf0b6b7" providerId="ADAL" clId="{D31FD800-5519-4CBD-B48F-1780726ABED0}" dt="2025-04-15T07:17:47.903" v="6282" actId="47"/>
        <pc:sldMkLst>
          <pc:docMk/>
          <pc:sldMk cId="1108286945" sldId="298"/>
        </pc:sldMkLst>
      </pc:sldChg>
      <pc:sldChg chg="modSp add mod">
        <pc:chgData name="Charlotte Ruby Patterson" userId="5e4f2a4d-4d7e-4526-8ff8-c9f44bf0b6b7" providerId="ADAL" clId="{D31FD800-5519-4CBD-B48F-1780726ABED0}" dt="2025-04-15T07:05:08.340" v="5103" actId="20577"/>
        <pc:sldMkLst>
          <pc:docMk/>
          <pc:sldMk cId="621990983" sldId="299"/>
        </pc:sldMkLst>
      </pc:sldChg>
      <pc:sldChg chg="addSp delSp modSp add mod">
        <pc:chgData name="Charlotte Ruby Patterson" userId="5e4f2a4d-4d7e-4526-8ff8-c9f44bf0b6b7" providerId="ADAL" clId="{D31FD800-5519-4CBD-B48F-1780726ABED0}" dt="2025-04-15T23:11:38.969" v="7146" actId="20577"/>
        <pc:sldMkLst>
          <pc:docMk/>
          <pc:sldMk cId="1468941708" sldId="300"/>
        </pc:sldMkLst>
        <pc:spChg chg="mod">
          <ac:chgData name="Charlotte Ruby Patterson" userId="5e4f2a4d-4d7e-4526-8ff8-c9f44bf0b6b7" providerId="ADAL" clId="{D31FD800-5519-4CBD-B48F-1780726ABED0}" dt="2025-04-15T07:12:35.004" v="5733" actId="20577"/>
          <ac:spMkLst>
            <pc:docMk/>
            <pc:sldMk cId="1468941708" sldId="300"/>
            <ac:spMk id="2" creationId="{C20CA5B0-4863-AF09-34BA-380BD87C3539}"/>
          </ac:spMkLst>
        </pc:spChg>
        <pc:spChg chg="mod">
          <ac:chgData name="Charlotte Ruby Patterson" userId="5e4f2a4d-4d7e-4526-8ff8-c9f44bf0b6b7" providerId="ADAL" clId="{D31FD800-5519-4CBD-B48F-1780726ABED0}" dt="2025-04-15T23:11:38.969" v="7146" actId="20577"/>
          <ac:spMkLst>
            <pc:docMk/>
            <pc:sldMk cId="1468941708" sldId="300"/>
            <ac:spMk id="3" creationId="{DEE060B8-49F7-B80D-6924-41A7DD8499D4}"/>
          </ac:spMkLst>
        </pc:spChg>
        <pc:spChg chg="add mod">
          <ac:chgData name="Charlotte Ruby Patterson" userId="5e4f2a4d-4d7e-4526-8ff8-c9f44bf0b6b7" providerId="ADAL" clId="{D31FD800-5519-4CBD-B48F-1780726ABED0}" dt="2025-04-15T07:13:58.903" v="5952" actId="1076"/>
          <ac:spMkLst>
            <pc:docMk/>
            <pc:sldMk cId="1468941708" sldId="300"/>
            <ac:spMk id="7" creationId="{94EA0070-3DB5-2FCC-DDF1-98EC63E179F5}"/>
          </ac:spMkLst>
        </pc:spChg>
        <pc:picChg chg="add mod">
          <ac:chgData name="Charlotte Ruby Patterson" userId="5e4f2a4d-4d7e-4526-8ff8-c9f44bf0b6b7" providerId="ADAL" clId="{D31FD800-5519-4CBD-B48F-1780726ABED0}" dt="2025-04-15T07:13:58.903" v="5952" actId="1076"/>
          <ac:picMkLst>
            <pc:docMk/>
            <pc:sldMk cId="1468941708" sldId="300"/>
            <ac:picMk id="9" creationId="{03CABEC4-5F94-E869-2A52-C30007550FF8}"/>
          </ac:picMkLst>
        </pc:picChg>
      </pc:sldChg>
      <pc:sldChg chg="addSp delSp modSp add mod modAnim">
        <pc:chgData name="Charlotte Ruby Patterson" userId="5e4f2a4d-4d7e-4526-8ff8-c9f44bf0b6b7" providerId="ADAL" clId="{D31FD800-5519-4CBD-B48F-1780726ABED0}" dt="2025-04-16T01:10:33.082" v="7611" actId="20577"/>
        <pc:sldMkLst>
          <pc:docMk/>
          <pc:sldMk cId="1029413331" sldId="301"/>
        </pc:sldMkLst>
        <pc:spChg chg="mod">
          <ac:chgData name="Charlotte Ruby Patterson" userId="5e4f2a4d-4d7e-4526-8ff8-c9f44bf0b6b7" providerId="ADAL" clId="{D31FD800-5519-4CBD-B48F-1780726ABED0}" dt="2025-04-15T07:23:03.666" v="6418" actId="20577"/>
          <ac:spMkLst>
            <pc:docMk/>
            <pc:sldMk cId="1029413331" sldId="301"/>
            <ac:spMk id="2" creationId="{18283B03-D823-B549-3BE6-F9EC945A0608}"/>
          </ac:spMkLst>
        </pc:spChg>
        <pc:spChg chg="add mod">
          <ac:chgData name="Charlotte Ruby Patterson" userId="5e4f2a4d-4d7e-4526-8ff8-c9f44bf0b6b7" providerId="ADAL" clId="{D31FD800-5519-4CBD-B48F-1780726ABED0}" dt="2025-04-15T07:26:21.657" v="6555" actId="14100"/>
          <ac:spMkLst>
            <pc:docMk/>
            <pc:sldMk cId="1029413331" sldId="301"/>
            <ac:spMk id="17" creationId="{531C6140-31C0-75B9-0317-C99F2513D963}"/>
          </ac:spMkLst>
        </pc:spChg>
        <pc:spChg chg="add mod">
          <ac:chgData name="Charlotte Ruby Patterson" userId="5e4f2a4d-4d7e-4526-8ff8-c9f44bf0b6b7" providerId="ADAL" clId="{D31FD800-5519-4CBD-B48F-1780726ABED0}" dt="2025-04-15T07:26:21.657" v="6555" actId="14100"/>
          <ac:spMkLst>
            <pc:docMk/>
            <pc:sldMk cId="1029413331" sldId="301"/>
            <ac:spMk id="20" creationId="{BF8F2772-2D43-E683-AF80-8AA50D23DDB0}"/>
          </ac:spMkLst>
        </pc:spChg>
        <pc:spChg chg="add mod">
          <ac:chgData name="Charlotte Ruby Patterson" userId="5e4f2a4d-4d7e-4526-8ff8-c9f44bf0b6b7" providerId="ADAL" clId="{D31FD800-5519-4CBD-B48F-1780726ABED0}" dt="2025-04-15T07:25:56.665" v="6551" actId="20577"/>
          <ac:spMkLst>
            <pc:docMk/>
            <pc:sldMk cId="1029413331" sldId="301"/>
            <ac:spMk id="24" creationId="{F7927735-D343-196B-932D-252620D528D6}"/>
          </ac:spMkLst>
        </pc:spChg>
        <pc:picChg chg="add mod">
          <ac:chgData name="Charlotte Ruby Patterson" userId="5e4f2a4d-4d7e-4526-8ff8-c9f44bf0b6b7" providerId="ADAL" clId="{D31FD800-5519-4CBD-B48F-1780726ABED0}" dt="2025-04-15T07:25:59.998" v="6552" actId="1076"/>
          <ac:picMkLst>
            <pc:docMk/>
            <pc:sldMk cId="1029413331" sldId="301"/>
            <ac:picMk id="23" creationId="{6BD46D83-BBB2-96D3-7EE4-CAE7821D106F}"/>
          </ac:picMkLst>
        </pc:picChg>
        <pc:cxnChg chg="add mod">
          <ac:chgData name="Charlotte Ruby Patterson" userId="5e4f2a4d-4d7e-4526-8ff8-c9f44bf0b6b7" providerId="ADAL" clId="{D31FD800-5519-4CBD-B48F-1780726ABED0}" dt="2025-04-15T07:26:21.657" v="6555" actId="14100"/>
          <ac:cxnSpMkLst>
            <pc:docMk/>
            <pc:sldMk cId="1029413331" sldId="301"/>
            <ac:cxnSpMk id="18" creationId="{212F1839-DDD0-E586-3DFC-213D98DE8AFC}"/>
          </ac:cxnSpMkLst>
        </pc:cxnChg>
        <pc:cxnChg chg="add mod">
          <ac:chgData name="Charlotte Ruby Patterson" userId="5e4f2a4d-4d7e-4526-8ff8-c9f44bf0b6b7" providerId="ADAL" clId="{D31FD800-5519-4CBD-B48F-1780726ABED0}" dt="2025-04-15T07:26:21.657" v="6555" actId="14100"/>
          <ac:cxnSpMkLst>
            <pc:docMk/>
            <pc:sldMk cId="1029413331" sldId="301"/>
            <ac:cxnSpMk id="19" creationId="{7128B6FA-FCB5-BDCE-F51F-C38F46F4E91D}"/>
          </ac:cxnSpMkLst>
        </pc:cxnChg>
        <pc:cxnChg chg="add mod">
          <ac:chgData name="Charlotte Ruby Patterson" userId="5e4f2a4d-4d7e-4526-8ff8-c9f44bf0b6b7" providerId="ADAL" clId="{D31FD800-5519-4CBD-B48F-1780726ABED0}" dt="2025-04-15T07:26:21.657" v="6555" actId="14100"/>
          <ac:cxnSpMkLst>
            <pc:docMk/>
            <pc:sldMk cId="1029413331" sldId="301"/>
            <ac:cxnSpMk id="21" creationId="{462AE1E3-B449-FCDC-880E-BF2F5D42057E}"/>
          </ac:cxnSpMkLst>
        </pc:cxnChg>
      </pc:sldChg>
      <pc:sldChg chg="addSp delSp modSp new mod ord">
        <pc:chgData name="Charlotte Ruby Patterson" userId="5e4f2a4d-4d7e-4526-8ff8-c9f44bf0b6b7" providerId="ADAL" clId="{D31FD800-5519-4CBD-B48F-1780726ABED0}" dt="2025-04-15T22:54:10.725" v="6620"/>
        <pc:sldMkLst>
          <pc:docMk/>
          <pc:sldMk cId="2280759147" sldId="302"/>
        </pc:sldMkLst>
        <pc:spChg chg="add mod">
          <ac:chgData name="Charlotte Ruby Patterson" userId="5e4f2a4d-4d7e-4526-8ff8-c9f44bf0b6b7" providerId="ADAL" clId="{D31FD800-5519-4CBD-B48F-1780726ABED0}" dt="2025-04-15T22:54:07.808" v="6618" actId="20577"/>
          <ac:spMkLst>
            <pc:docMk/>
            <pc:sldMk cId="2280759147" sldId="302"/>
            <ac:spMk id="8" creationId="{A515FB7D-BEB9-52EB-DFA6-352956849BF1}"/>
          </ac:spMkLst>
        </pc:spChg>
      </pc:sldChg>
      <pc:sldChg chg="modSp add del mod">
        <pc:chgData name="Charlotte Ruby Patterson" userId="5e4f2a4d-4d7e-4526-8ff8-c9f44bf0b6b7" providerId="ADAL" clId="{D31FD800-5519-4CBD-B48F-1780726ABED0}" dt="2025-04-15T23:03:50.728" v="7101" actId="47"/>
        <pc:sldMkLst>
          <pc:docMk/>
          <pc:sldMk cId="1990299790" sldId="303"/>
        </pc:sldMkLst>
      </pc:sldChg>
      <pc:sldChg chg="addSp delSp modSp new mod">
        <pc:chgData name="Charlotte Ruby Patterson" userId="5e4f2a4d-4d7e-4526-8ff8-c9f44bf0b6b7" providerId="ADAL" clId="{D31FD800-5519-4CBD-B48F-1780726ABED0}" dt="2025-04-15T23:03:43.643" v="7100"/>
        <pc:sldMkLst>
          <pc:docMk/>
          <pc:sldMk cId="610983832" sldId="304"/>
        </pc:sldMkLst>
        <pc:spChg chg="add mod">
          <ac:chgData name="Charlotte Ruby Patterson" userId="5e4f2a4d-4d7e-4526-8ff8-c9f44bf0b6b7" providerId="ADAL" clId="{D31FD800-5519-4CBD-B48F-1780726ABED0}" dt="2025-04-15T23:03:43.643" v="7100"/>
          <ac:spMkLst>
            <pc:docMk/>
            <pc:sldMk cId="610983832" sldId="304"/>
            <ac:spMk id="7" creationId="{8238D116-C14E-0A75-4016-6D68B692B105}"/>
          </ac:spMkLst>
        </pc:spChg>
        <pc:spChg chg="add mod">
          <ac:chgData name="Charlotte Ruby Patterson" userId="5e4f2a4d-4d7e-4526-8ff8-c9f44bf0b6b7" providerId="ADAL" clId="{D31FD800-5519-4CBD-B48F-1780726ABED0}" dt="2025-04-15T23:03:43.643" v="7100"/>
          <ac:spMkLst>
            <pc:docMk/>
            <pc:sldMk cId="610983832" sldId="304"/>
            <ac:spMk id="8" creationId="{859FF239-7731-BFE4-1879-BC0558480917}"/>
          </ac:spMkLst>
        </pc:spChg>
      </pc:sldChg>
      <pc:sldChg chg="addSp delSp modSp add mod">
        <pc:chgData name="Charlotte Ruby Patterson" userId="5e4f2a4d-4d7e-4526-8ff8-c9f44bf0b6b7" providerId="ADAL" clId="{D31FD800-5519-4CBD-B48F-1780726ABED0}" dt="2025-04-15T23:23:38.928" v="7155" actId="478"/>
        <pc:sldMkLst>
          <pc:docMk/>
          <pc:sldMk cId="3273998509" sldId="305"/>
        </pc:sldMkLst>
      </pc:sldChg>
      <pc:sldChg chg="addSp delSp modSp add mod modNotesTx">
        <pc:chgData name="Charlotte Ruby Patterson" userId="5e4f2a4d-4d7e-4526-8ff8-c9f44bf0b6b7" providerId="ADAL" clId="{D31FD800-5519-4CBD-B48F-1780726ABED0}" dt="2025-04-16T01:11:47.039" v="7844" actId="20577"/>
        <pc:sldMkLst>
          <pc:docMk/>
          <pc:sldMk cId="3391517988" sldId="306"/>
        </pc:sldMkLst>
        <pc:spChg chg="mod">
          <ac:chgData name="Charlotte Ruby Patterson" userId="5e4f2a4d-4d7e-4526-8ff8-c9f44bf0b6b7" providerId="ADAL" clId="{D31FD800-5519-4CBD-B48F-1780726ABED0}" dt="2025-04-16T01:07:47.717" v="7328" actId="20577"/>
          <ac:spMkLst>
            <pc:docMk/>
            <pc:sldMk cId="3391517988" sldId="306"/>
            <ac:spMk id="2" creationId="{7C7AC65E-F516-C41F-4741-21D1A1ED5B80}"/>
          </ac:spMkLst>
        </pc:spChg>
        <pc:spChg chg="mod">
          <ac:chgData name="Charlotte Ruby Patterson" userId="5e4f2a4d-4d7e-4526-8ff8-c9f44bf0b6b7" providerId="ADAL" clId="{D31FD800-5519-4CBD-B48F-1780726ABED0}" dt="2025-04-16T01:11:47.039" v="7844" actId="20577"/>
          <ac:spMkLst>
            <pc:docMk/>
            <pc:sldMk cId="3391517988" sldId="306"/>
            <ac:spMk id="3" creationId="{937909A6-84D8-6D01-C711-276B571DEDA7}"/>
          </ac:spMkLst>
        </pc:spChg>
        <pc:spChg chg="add mod">
          <ac:chgData name="Charlotte Ruby Patterson" userId="5e4f2a4d-4d7e-4526-8ff8-c9f44bf0b6b7" providerId="ADAL" clId="{D31FD800-5519-4CBD-B48F-1780726ABED0}" dt="2025-04-16T01:11:27.415" v="7809" actId="1076"/>
          <ac:spMkLst>
            <pc:docMk/>
            <pc:sldMk cId="3391517988" sldId="306"/>
            <ac:spMk id="8" creationId="{73468900-F6F1-5615-B1B3-D2CFAAA77E47}"/>
          </ac:spMkLst>
        </pc:spChg>
        <pc:picChg chg="add mod">
          <ac:chgData name="Charlotte Ruby Patterson" userId="5e4f2a4d-4d7e-4526-8ff8-c9f44bf0b6b7" providerId="ADAL" clId="{D31FD800-5519-4CBD-B48F-1780726ABED0}" dt="2025-04-16T01:11:27.415" v="7809" actId="1076"/>
          <ac:picMkLst>
            <pc:docMk/>
            <pc:sldMk cId="3391517988" sldId="306"/>
            <ac:picMk id="9" creationId="{35CFDD72-0FDB-A131-DE7B-D3245A5057A2}"/>
          </ac:picMkLst>
        </pc:picChg>
      </pc:sldChg>
    </pc:docChg>
  </pc:docChgLst>
  <pc:docChgLst>
    <pc:chgData name="Charlotte Ruby Patterson" userId="5e4f2a4d-4d7e-4526-8ff8-c9f44bf0b6b7" providerId="ADAL" clId="{D5B1CE20-3385-4643-AD35-597D449AFC05}"/>
    <pc:docChg chg="undo custSel addSld modSld">
      <pc:chgData name="Charlotte Ruby Patterson" userId="5e4f2a4d-4d7e-4526-8ff8-c9f44bf0b6b7" providerId="ADAL" clId="{D5B1CE20-3385-4643-AD35-597D449AFC05}" dt="2025-06-08T11:29:32.291" v="187" actId="20577"/>
      <pc:docMkLst>
        <pc:docMk/>
      </pc:docMkLst>
      <pc:sldChg chg="delSp modSp add mod delAnim">
        <pc:chgData name="Charlotte Ruby Patterson" userId="5e4f2a4d-4d7e-4526-8ff8-c9f44bf0b6b7" providerId="ADAL" clId="{D5B1CE20-3385-4643-AD35-597D449AFC05}" dt="2025-06-08T11:19:40.805" v="7" actId="14100"/>
        <pc:sldMkLst>
          <pc:docMk/>
          <pc:sldMk cId="2265890154" sldId="317"/>
        </pc:sldMkLst>
        <pc:picChg chg="del">
          <ac:chgData name="Charlotte Ruby Patterson" userId="5e4f2a4d-4d7e-4526-8ff8-c9f44bf0b6b7" providerId="ADAL" clId="{D5B1CE20-3385-4643-AD35-597D449AFC05}" dt="2025-06-08T11:19:31.167" v="5" actId="478"/>
          <ac:picMkLst>
            <pc:docMk/>
            <pc:sldMk cId="2265890154" sldId="317"/>
            <ac:picMk id="8" creationId="{0DB8DBC5-A380-8175-5DE7-63AF70CD31AB}"/>
          </ac:picMkLst>
        </pc:picChg>
        <pc:picChg chg="del">
          <ac:chgData name="Charlotte Ruby Patterson" userId="5e4f2a4d-4d7e-4526-8ff8-c9f44bf0b6b7" providerId="ADAL" clId="{D5B1CE20-3385-4643-AD35-597D449AFC05}" dt="2025-06-08T11:19:22.554" v="2" actId="478"/>
          <ac:picMkLst>
            <pc:docMk/>
            <pc:sldMk cId="2265890154" sldId="317"/>
            <ac:picMk id="9" creationId="{86091BF3-81A1-8DA5-4669-70ABFFC93BA6}"/>
          </ac:picMkLst>
        </pc:picChg>
        <pc:picChg chg="del">
          <ac:chgData name="Charlotte Ruby Patterson" userId="5e4f2a4d-4d7e-4526-8ff8-c9f44bf0b6b7" providerId="ADAL" clId="{D5B1CE20-3385-4643-AD35-597D449AFC05}" dt="2025-06-08T11:19:26.497" v="4" actId="478"/>
          <ac:picMkLst>
            <pc:docMk/>
            <pc:sldMk cId="2265890154" sldId="317"/>
            <ac:picMk id="10" creationId="{BD0B86B5-1843-25F5-383F-CF193B8DEC2F}"/>
          </ac:picMkLst>
        </pc:picChg>
        <pc:picChg chg="del">
          <ac:chgData name="Charlotte Ruby Patterson" userId="5e4f2a4d-4d7e-4526-8ff8-c9f44bf0b6b7" providerId="ADAL" clId="{D5B1CE20-3385-4643-AD35-597D449AFC05}" dt="2025-06-08T11:19:24.393" v="3" actId="478"/>
          <ac:picMkLst>
            <pc:docMk/>
            <pc:sldMk cId="2265890154" sldId="317"/>
            <ac:picMk id="11" creationId="{4FF659B7-69C1-60C0-3687-27888DEE1267}"/>
          </ac:picMkLst>
        </pc:picChg>
        <pc:picChg chg="del">
          <ac:chgData name="Charlotte Ruby Patterson" userId="5e4f2a4d-4d7e-4526-8ff8-c9f44bf0b6b7" providerId="ADAL" clId="{D5B1CE20-3385-4643-AD35-597D449AFC05}" dt="2025-06-08T11:19:20.712" v="1" actId="478"/>
          <ac:picMkLst>
            <pc:docMk/>
            <pc:sldMk cId="2265890154" sldId="317"/>
            <ac:picMk id="12" creationId="{AEB27DC9-8483-DE90-67F0-3D9C8BDCD899}"/>
          </ac:picMkLst>
        </pc:picChg>
        <pc:picChg chg="mod">
          <ac:chgData name="Charlotte Ruby Patterson" userId="5e4f2a4d-4d7e-4526-8ff8-c9f44bf0b6b7" providerId="ADAL" clId="{D5B1CE20-3385-4643-AD35-597D449AFC05}" dt="2025-06-08T11:19:40.805" v="7" actId="14100"/>
          <ac:picMkLst>
            <pc:docMk/>
            <pc:sldMk cId="2265890154" sldId="317"/>
            <ac:picMk id="14" creationId="{46C225FB-AE9A-9589-3C2B-B7D255EBE1EF}"/>
          </ac:picMkLst>
        </pc:picChg>
        <pc:picChg chg="mod">
          <ac:chgData name="Charlotte Ruby Patterson" userId="5e4f2a4d-4d7e-4526-8ff8-c9f44bf0b6b7" providerId="ADAL" clId="{D5B1CE20-3385-4643-AD35-597D449AFC05}" dt="2025-06-08T11:19:37.595" v="6" actId="14100"/>
          <ac:picMkLst>
            <pc:docMk/>
            <pc:sldMk cId="2265890154" sldId="317"/>
            <ac:picMk id="16" creationId="{45339067-0713-7E2E-F4FA-982EE8BD9615}"/>
          </ac:picMkLst>
        </pc:picChg>
      </pc:sldChg>
      <pc:sldChg chg="modSp add mod">
        <pc:chgData name="Charlotte Ruby Patterson" userId="5e4f2a4d-4d7e-4526-8ff8-c9f44bf0b6b7" providerId="ADAL" clId="{D5B1CE20-3385-4643-AD35-597D449AFC05}" dt="2025-06-08T11:28:53.498" v="38"/>
        <pc:sldMkLst>
          <pc:docMk/>
          <pc:sldMk cId="3991568512" sldId="318"/>
        </pc:sldMkLst>
        <pc:spChg chg="mod">
          <ac:chgData name="Charlotte Ruby Patterson" userId="5e4f2a4d-4d7e-4526-8ff8-c9f44bf0b6b7" providerId="ADAL" clId="{D5B1CE20-3385-4643-AD35-597D449AFC05}" dt="2025-06-08T11:28:20.834" v="23" actId="20577"/>
          <ac:spMkLst>
            <pc:docMk/>
            <pc:sldMk cId="3991568512" sldId="318"/>
            <ac:spMk id="7" creationId="{32688555-C5E9-B2F4-F78C-8521726113BF}"/>
          </ac:spMkLst>
        </pc:spChg>
        <pc:spChg chg="mod">
          <ac:chgData name="Charlotte Ruby Patterson" userId="5e4f2a4d-4d7e-4526-8ff8-c9f44bf0b6b7" providerId="ADAL" clId="{D5B1CE20-3385-4643-AD35-597D449AFC05}" dt="2025-06-08T11:28:53.498" v="38"/>
          <ac:spMkLst>
            <pc:docMk/>
            <pc:sldMk cId="3991568512" sldId="318"/>
            <ac:spMk id="8" creationId="{FEDCF448-6249-C744-6E28-3A831764CA4C}"/>
          </ac:spMkLst>
        </pc:spChg>
      </pc:sldChg>
      <pc:sldChg chg="modSp add mod">
        <pc:chgData name="Charlotte Ruby Patterson" userId="5e4f2a4d-4d7e-4526-8ff8-c9f44bf0b6b7" providerId="ADAL" clId="{D5B1CE20-3385-4643-AD35-597D449AFC05}" dt="2025-06-08T11:29:32.291" v="187" actId="20577"/>
        <pc:sldMkLst>
          <pc:docMk/>
          <pc:sldMk cId="1855135691" sldId="319"/>
        </pc:sldMkLst>
        <pc:spChg chg="mod">
          <ac:chgData name="Charlotte Ruby Patterson" userId="5e4f2a4d-4d7e-4526-8ff8-c9f44bf0b6b7" providerId="ADAL" clId="{D5B1CE20-3385-4643-AD35-597D449AFC05}" dt="2025-06-08T11:29:17.080" v="137" actId="20577"/>
          <ac:spMkLst>
            <pc:docMk/>
            <pc:sldMk cId="1855135691" sldId="319"/>
            <ac:spMk id="7" creationId="{8B962E40-CF94-F65A-D779-8F06294E27DC}"/>
          </ac:spMkLst>
        </pc:spChg>
        <pc:spChg chg="mod">
          <ac:chgData name="Charlotte Ruby Patterson" userId="5e4f2a4d-4d7e-4526-8ff8-c9f44bf0b6b7" providerId="ADAL" clId="{D5B1CE20-3385-4643-AD35-597D449AFC05}" dt="2025-06-08T11:29:32.291" v="187" actId="20577"/>
          <ac:spMkLst>
            <pc:docMk/>
            <pc:sldMk cId="1855135691" sldId="319"/>
            <ac:spMk id="8" creationId="{C09A3601-780A-11DE-4E77-DC88D63B3058}"/>
          </ac:spMkLst>
        </pc:spChg>
      </pc:sldChg>
    </pc:docChg>
  </pc:docChgLst>
  <pc:docChgLst>
    <pc:chgData name="Scott Forrest" userId="95fbf796-a2c8-4799-ab79-0e94d63402e7" providerId="ADAL" clId="{5CC7CD71-D9DB-40BF-B6AF-0002D494E9DD}"/>
    <pc:docChg chg="undo custSel addSld delSld modSld sldOrd modMainMaster">
      <pc:chgData name="Scott Forrest" userId="95fbf796-a2c8-4799-ab79-0e94d63402e7" providerId="ADAL" clId="{5CC7CD71-D9DB-40BF-B6AF-0002D494E9DD}" dt="2025-04-16T04:09:20.217" v="4233"/>
      <pc:docMkLst>
        <pc:docMk/>
      </pc:docMkLst>
      <pc:sldChg chg="addSp delSp modSp mod">
        <pc:chgData name="Scott Forrest" userId="95fbf796-a2c8-4799-ab79-0e94d63402e7" providerId="ADAL" clId="{5CC7CD71-D9DB-40BF-B6AF-0002D494E9DD}" dt="2025-04-15T03:29:36.029" v="2189"/>
        <pc:sldMkLst>
          <pc:docMk/>
          <pc:sldMk cId="3612432494" sldId="256"/>
        </pc:sldMkLst>
        <pc:spChg chg="mod">
          <ac:chgData name="Scott Forrest" userId="95fbf796-a2c8-4799-ab79-0e94d63402e7" providerId="ADAL" clId="{5CC7CD71-D9DB-40BF-B6AF-0002D494E9DD}" dt="2025-04-15T01:57:37.965" v="549" actId="1076"/>
          <ac:spMkLst>
            <pc:docMk/>
            <pc:sldMk cId="3612432494" sldId="256"/>
            <ac:spMk id="2" creationId="{D427427A-7DF1-2C46-CFA4-FF7F08F336AC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0" creationId="{08EA88FE-3AC6-0632-0502-BC2E4AA67CFB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1" creationId="{DBF01E0B-9B22-5AC8-C115-AEDF03BFCC7B}"/>
          </ac:spMkLst>
        </pc:spChg>
        <pc:spChg chg="add mod">
          <ac:chgData name="Scott Forrest" userId="95fbf796-a2c8-4799-ab79-0e94d63402e7" providerId="ADAL" clId="{5CC7CD71-D9DB-40BF-B6AF-0002D494E9DD}" dt="2025-04-15T01:57:45.925" v="550" actId="1076"/>
          <ac:spMkLst>
            <pc:docMk/>
            <pc:sldMk cId="3612432494" sldId="256"/>
            <ac:spMk id="12" creationId="{63118906-FA1F-265B-AE6F-CE4F0311FCFA}"/>
          </ac:spMkLst>
        </pc:spChg>
        <pc:spChg chg="add mod">
          <ac:chgData name="Scott Forrest" userId="95fbf796-a2c8-4799-ab79-0e94d63402e7" providerId="ADAL" clId="{5CC7CD71-D9DB-40BF-B6AF-0002D494E9DD}" dt="2025-04-15T02:56:21.269" v="665" actId="1076"/>
          <ac:spMkLst>
            <pc:docMk/>
            <pc:sldMk cId="3612432494" sldId="256"/>
            <ac:spMk id="14" creationId="{F0A80EAA-E601-E234-3D88-755CD2D836A4}"/>
          </ac:spMkLst>
        </pc:spChg>
        <pc:spChg chg="add mod">
          <ac:chgData name="Scott Forrest" userId="95fbf796-a2c8-4799-ab79-0e94d63402e7" providerId="ADAL" clId="{5CC7CD71-D9DB-40BF-B6AF-0002D494E9DD}" dt="2025-04-15T02:56:41.726" v="669" actId="1076"/>
          <ac:spMkLst>
            <pc:docMk/>
            <pc:sldMk cId="3612432494" sldId="256"/>
            <ac:spMk id="15" creationId="{0437F3CE-FB76-596E-54AF-E760ECCDE497}"/>
          </ac:spMkLst>
        </pc:sp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7" creationId="{7A62E827-A2BA-31B1-023D-B7A1BAB03F60}"/>
          </ac:picMkLst>
        </pc:picChg>
        <pc:picChg chg="add mod">
          <ac:chgData name="Scott Forrest" userId="95fbf796-a2c8-4799-ab79-0e94d63402e7" providerId="ADAL" clId="{5CC7CD71-D9DB-40BF-B6AF-0002D494E9DD}" dt="2025-04-15T02:56:30.429" v="666" actId="1076"/>
          <ac:picMkLst>
            <pc:docMk/>
            <pc:sldMk cId="3612432494" sldId="256"/>
            <ac:picMk id="22" creationId="{7E758282-ECEA-61C5-8AC1-08A06151FCA5}"/>
          </ac:picMkLst>
        </pc:pic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1029" creationId="{B5F1D5EA-0EC0-C60A-D56A-C11FE90530D5}"/>
          </ac:picMkLst>
        </pc:picChg>
        <pc:picChg chg="add mod">
          <ac:chgData name="Scott Forrest" userId="95fbf796-a2c8-4799-ab79-0e94d63402e7" providerId="ADAL" clId="{5CC7CD71-D9DB-40BF-B6AF-0002D494E9DD}" dt="2025-04-15T01:57:45.925" v="550" actId="1076"/>
          <ac:picMkLst>
            <pc:docMk/>
            <pc:sldMk cId="3612432494" sldId="256"/>
            <ac:picMk id="1033" creationId="{68D6F366-5DB5-9281-4791-8BFED037351A}"/>
          </ac:picMkLst>
        </pc:picChg>
        <pc:picChg chg="add mod">
          <ac:chgData name="Scott Forrest" userId="95fbf796-a2c8-4799-ab79-0e94d63402e7" providerId="ADAL" clId="{5CC7CD71-D9DB-40BF-B6AF-0002D494E9DD}" dt="2025-04-15T01:47:51.996" v="95" actId="1076"/>
          <ac:picMkLst>
            <pc:docMk/>
            <pc:sldMk cId="3612432494" sldId="256"/>
            <ac:picMk id="1037" creationId="{F2E17BE7-8AB9-98C1-27AD-FB4D4303331A}"/>
          </ac:picMkLst>
        </pc:picChg>
      </pc:sldChg>
      <pc:sldChg chg="modSp mod">
        <pc:chgData name="Scott Forrest" userId="95fbf796-a2c8-4799-ab79-0e94d63402e7" providerId="ADAL" clId="{5CC7CD71-D9DB-40BF-B6AF-0002D494E9DD}" dt="2025-04-16T03:58:12.125" v="4184" actId="20577"/>
        <pc:sldMkLst>
          <pc:docMk/>
          <pc:sldMk cId="280342551" sldId="257"/>
        </pc:sldMkLst>
        <pc:spChg chg="mod">
          <ac:chgData name="Scott Forrest" userId="95fbf796-a2c8-4799-ab79-0e94d63402e7" providerId="ADAL" clId="{5CC7CD71-D9DB-40BF-B6AF-0002D494E9DD}" dt="2025-04-16T03:58:12.125" v="4184" actId="20577"/>
          <ac:spMkLst>
            <pc:docMk/>
            <pc:sldMk cId="280342551" sldId="257"/>
            <ac:spMk id="2" creationId="{69F93DC5-C091-B5D7-7BDF-1E132F8753EA}"/>
          </ac:spMkLst>
        </pc:spChg>
      </pc:sldChg>
      <pc:sldChg chg="modSp mod">
        <pc:chgData name="Scott Forrest" userId="95fbf796-a2c8-4799-ab79-0e94d63402e7" providerId="ADAL" clId="{5CC7CD71-D9DB-40BF-B6AF-0002D494E9DD}" dt="2025-04-15T04:41:52.134" v="3098" actId="20577"/>
        <pc:sldMkLst>
          <pc:docMk/>
          <pc:sldMk cId="1117058006" sldId="257"/>
        </pc:sldMkLst>
      </pc:sldChg>
      <pc:sldChg chg="del">
        <pc:chgData name="Scott Forrest" userId="95fbf796-a2c8-4799-ab79-0e94d63402e7" providerId="ADAL" clId="{5CC7CD71-D9DB-40BF-B6AF-0002D494E9DD}" dt="2025-04-15T04:36:09.618" v="2956" actId="47"/>
        <pc:sldMkLst>
          <pc:docMk/>
          <pc:sldMk cId="4007922882" sldId="258"/>
        </pc:sldMkLst>
      </pc:sldChg>
      <pc:sldChg chg="modSp del mod">
        <pc:chgData name="Scott Forrest" userId="95fbf796-a2c8-4799-ab79-0e94d63402e7" providerId="ADAL" clId="{5CC7CD71-D9DB-40BF-B6AF-0002D494E9DD}" dt="2025-04-15T03:32:45.459" v="2425" actId="47"/>
        <pc:sldMkLst>
          <pc:docMk/>
          <pc:sldMk cId="2889341016" sldId="259"/>
        </pc:sldMkLst>
      </pc:sldChg>
      <pc:sldChg chg="modSp mod">
        <pc:chgData name="Scott Forrest" userId="95fbf796-a2c8-4799-ab79-0e94d63402e7" providerId="ADAL" clId="{5CC7CD71-D9DB-40BF-B6AF-0002D494E9DD}" dt="2025-04-15T03:13:29.652" v="1355" actId="404"/>
        <pc:sldMkLst>
          <pc:docMk/>
          <pc:sldMk cId="2641799269" sldId="260"/>
        </pc:sldMkLst>
        <pc:spChg chg="mod">
          <ac:chgData name="Scott Forrest" userId="95fbf796-a2c8-4799-ab79-0e94d63402e7" providerId="ADAL" clId="{5CC7CD71-D9DB-40BF-B6AF-0002D494E9DD}" dt="2025-04-15T03:13:29.652" v="1355" actId="404"/>
          <ac:spMkLst>
            <pc:docMk/>
            <pc:sldMk cId="2641799269" sldId="260"/>
            <ac:spMk id="3" creationId="{194045D3-386D-B57E-BFD8-FF722359D076}"/>
          </ac:spMkLst>
        </pc:spChg>
      </pc:sldChg>
      <pc:sldChg chg="addSp delSp modSp mod modAnim">
        <pc:chgData name="Scott Forrest" userId="95fbf796-a2c8-4799-ab79-0e94d63402e7" providerId="ADAL" clId="{5CC7CD71-D9DB-40BF-B6AF-0002D494E9DD}" dt="2025-04-15T03:32:52.747" v="2426"/>
        <pc:sldMkLst>
          <pc:docMk/>
          <pc:sldMk cId="3016005132" sldId="261"/>
        </pc:sldMkLst>
      </pc:sldChg>
      <pc:sldChg chg="addSp modSp mod modAnim">
        <pc:chgData name="Scott Forrest" userId="95fbf796-a2c8-4799-ab79-0e94d63402e7" providerId="ADAL" clId="{5CC7CD71-D9DB-40BF-B6AF-0002D494E9DD}" dt="2025-04-15T03:34:25.019" v="2540" actId="1036"/>
        <pc:sldMkLst>
          <pc:docMk/>
          <pc:sldMk cId="1661170178" sldId="262"/>
        </pc:sldMkLst>
      </pc:sldChg>
      <pc:sldChg chg="modSp del mod">
        <pc:chgData name="Scott Forrest" userId="95fbf796-a2c8-4799-ab79-0e94d63402e7" providerId="ADAL" clId="{5CC7CD71-D9DB-40BF-B6AF-0002D494E9DD}" dt="2025-04-15T01:57:20.579" v="546" actId="47"/>
        <pc:sldMkLst>
          <pc:docMk/>
          <pc:sldMk cId="1253255337" sldId="263"/>
        </pc:sldMkLst>
      </pc:sldChg>
      <pc:sldChg chg="modSp mod">
        <pc:chgData name="Scott Forrest" userId="95fbf796-a2c8-4799-ab79-0e94d63402e7" providerId="ADAL" clId="{5CC7CD71-D9DB-40BF-B6AF-0002D494E9DD}" dt="2025-04-15T04:31:18.166" v="2945" actId="20577"/>
        <pc:sldMkLst>
          <pc:docMk/>
          <pc:sldMk cId="1371601781" sldId="265"/>
        </pc:sldMkLst>
        <pc:spChg chg="mod">
          <ac:chgData name="Scott Forrest" userId="95fbf796-a2c8-4799-ab79-0e94d63402e7" providerId="ADAL" clId="{5CC7CD71-D9DB-40BF-B6AF-0002D494E9DD}" dt="2025-04-15T04:31:18.166" v="2945" actId="20577"/>
          <ac:spMkLst>
            <pc:docMk/>
            <pc:sldMk cId="1371601781" sldId="265"/>
            <ac:spMk id="3" creationId="{91067EC3-A3BD-296C-7F49-B08805173E11}"/>
          </ac:spMkLst>
        </pc:spChg>
      </pc:sldChg>
      <pc:sldChg chg="modSp mod">
        <pc:chgData name="Scott Forrest" userId="95fbf796-a2c8-4799-ab79-0e94d63402e7" providerId="ADAL" clId="{5CC7CD71-D9DB-40BF-B6AF-0002D494E9DD}" dt="2025-04-15T03:12:11.075" v="1210" actId="20577"/>
        <pc:sldMkLst>
          <pc:docMk/>
          <pc:sldMk cId="65016677" sldId="266"/>
        </pc:sldMkLst>
        <pc:spChg chg="mod">
          <ac:chgData name="Scott Forrest" userId="95fbf796-a2c8-4799-ab79-0e94d63402e7" providerId="ADAL" clId="{5CC7CD71-D9DB-40BF-B6AF-0002D494E9DD}" dt="2025-04-15T03:12:11.075" v="1210" actId="20577"/>
          <ac:spMkLst>
            <pc:docMk/>
            <pc:sldMk cId="65016677" sldId="266"/>
            <ac:spMk id="3" creationId="{5E7BF1BB-BDB8-1E26-D07D-3A357E6C46BE}"/>
          </ac:spMkLst>
        </pc:spChg>
      </pc:sldChg>
      <pc:sldChg chg="addSp delSp modSp mod">
        <pc:chgData name="Scott Forrest" userId="95fbf796-a2c8-4799-ab79-0e94d63402e7" providerId="ADAL" clId="{5CC7CD71-D9DB-40BF-B6AF-0002D494E9DD}" dt="2025-04-15T03:48:18.220" v="2819" actId="20577"/>
        <pc:sldMkLst>
          <pc:docMk/>
          <pc:sldMk cId="1685990104" sldId="269"/>
        </pc:sldMkLst>
      </pc:sldChg>
      <pc:sldChg chg="modSp mod">
        <pc:chgData name="Scott Forrest" userId="95fbf796-a2c8-4799-ab79-0e94d63402e7" providerId="ADAL" clId="{5CC7CD71-D9DB-40BF-B6AF-0002D494E9DD}" dt="2025-04-16T02:49:09.526" v="3226" actId="20577"/>
        <pc:sldMkLst>
          <pc:docMk/>
          <pc:sldMk cId="2480066747" sldId="269"/>
        </pc:sldMkLst>
        <pc:spChg chg="mod">
          <ac:chgData name="Scott Forrest" userId="95fbf796-a2c8-4799-ab79-0e94d63402e7" providerId="ADAL" clId="{5CC7CD71-D9DB-40BF-B6AF-0002D494E9DD}" dt="2025-04-16T02:49:09.526" v="3226" actId="20577"/>
          <ac:spMkLst>
            <pc:docMk/>
            <pc:sldMk cId="2480066747" sldId="269"/>
            <ac:spMk id="3" creationId="{4E532C00-C1ED-5786-8984-240EDACC7423}"/>
          </ac:spMkLst>
        </pc:spChg>
      </pc:sldChg>
      <pc:sldChg chg="modSp mod">
        <pc:chgData name="Scott Forrest" userId="95fbf796-a2c8-4799-ab79-0e94d63402e7" providerId="ADAL" clId="{5CC7CD71-D9DB-40BF-B6AF-0002D494E9DD}" dt="2025-04-15T04:32:02.951" v="2955" actId="1037"/>
        <pc:sldMkLst>
          <pc:docMk/>
          <pc:sldMk cId="2193096466" sldId="270"/>
        </pc:sldMkLst>
        <pc:spChg chg="mod">
          <ac:chgData name="Scott Forrest" userId="95fbf796-a2c8-4799-ab79-0e94d63402e7" providerId="ADAL" clId="{5CC7CD71-D9DB-40BF-B6AF-0002D494E9DD}" dt="2025-04-15T04:31:43.610" v="2947" actId="27636"/>
          <ac:spMkLst>
            <pc:docMk/>
            <pc:sldMk cId="2193096466" sldId="270"/>
            <ac:spMk id="3" creationId="{FE359941-A03B-A00C-51E3-45C0C7F4411B}"/>
          </ac:spMkLst>
        </pc:spChg>
        <pc:picChg chg="mod">
          <ac:chgData name="Scott Forrest" userId="95fbf796-a2c8-4799-ab79-0e94d63402e7" providerId="ADAL" clId="{5CC7CD71-D9DB-40BF-B6AF-0002D494E9DD}" dt="2025-04-15T04:32:02.951" v="2955" actId="1037"/>
          <ac:picMkLst>
            <pc:docMk/>
            <pc:sldMk cId="2193096466" sldId="270"/>
            <ac:picMk id="4" creationId="{A1362F21-E322-8DCD-C83E-7FDAC13B35DD}"/>
          </ac:picMkLst>
        </pc:picChg>
      </pc:sldChg>
      <pc:sldChg chg="new del">
        <pc:chgData name="Scott Forrest" userId="95fbf796-a2c8-4799-ab79-0e94d63402e7" providerId="ADAL" clId="{5CC7CD71-D9DB-40BF-B6AF-0002D494E9DD}" dt="2025-04-15T03:00:11.190" v="673" actId="47"/>
        <pc:sldMkLst>
          <pc:docMk/>
          <pc:sldMk cId="1684804166" sldId="272"/>
        </pc:sldMkLst>
      </pc:sldChg>
      <pc:sldChg chg="addSp delSp modSp new mod">
        <pc:chgData name="Scott Forrest" userId="95fbf796-a2c8-4799-ab79-0e94d63402e7" providerId="ADAL" clId="{5CC7CD71-D9DB-40BF-B6AF-0002D494E9DD}" dt="2025-04-15T04:39:07.488" v="3053" actId="207"/>
        <pc:sldMkLst>
          <pc:docMk/>
          <pc:sldMk cId="3238544389" sldId="273"/>
        </pc:sldMkLst>
        <pc:spChg chg="mod">
          <ac:chgData name="Scott Forrest" userId="95fbf796-a2c8-4799-ab79-0e94d63402e7" providerId="ADAL" clId="{5CC7CD71-D9DB-40BF-B6AF-0002D494E9DD}" dt="2025-04-15T01:59:45.624" v="613" actId="20577"/>
          <ac:spMkLst>
            <pc:docMk/>
            <pc:sldMk cId="3238544389" sldId="273"/>
            <ac:spMk id="2" creationId="{6A3CB640-3542-B3C7-FC9F-FA4161024041}"/>
          </ac:spMkLst>
        </pc:spChg>
        <pc:spChg chg="add mod">
          <ac:chgData name="Scott Forrest" userId="95fbf796-a2c8-4799-ab79-0e94d63402e7" providerId="ADAL" clId="{5CC7CD71-D9DB-40BF-B6AF-0002D494E9DD}" dt="2025-04-15T02:54:46.361" v="643" actId="368"/>
          <ac:spMkLst>
            <pc:docMk/>
            <pc:sldMk cId="3238544389" sldId="273"/>
            <ac:spMk id="8" creationId="{432FC9D2-465B-840F-20AC-761F8495BB9D}"/>
          </ac:spMkLst>
        </pc:spChg>
        <pc:spChg chg="add mod">
          <ac:chgData name="Scott Forrest" userId="95fbf796-a2c8-4799-ab79-0e94d63402e7" providerId="ADAL" clId="{5CC7CD71-D9DB-40BF-B6AF-0002D494E9DD}" dt="2025-04-15T04:37:44.642" v="3022" actId="2085"/>
          <ac:spMkLst>
            <pc:docMk/>
            <pc:sldMk cId="3238544389" sldId="273"/>
            <ac:spMk id="12" creationId="{00047184-6AFE-7BE0-BC31-ECFBDEA7EBD7}"/>
          </ac:spMkLst>
        </pc:spChg>
        <pc:spChg chg="add mod">
          <ac:chgData name="Scott Forrest" userId="95fbf796-a2c8-4799-ab79-0e94d63402e7" providerId="ADAL" clId="{5CC7CD71-D9DB-40BF-B6AF-0002D494E9DD}" dt="2025-04-15T04:37:49.142" v="3023" actId="2085"/>
          <ac:spMkLst>
            <pc:docMk/>
            <pc:sldMk cId="3238544389" sldId="273"/>
            <ac:spMk id="13" creationId="{A5A7BAA1-369B-E96D-133B-B2EAFCF01A64}"/>
          </ac:spMkLst>
        </pc:spChg>
        <pc:spChg chg="add mod">
          <ac:chgData name="Scott Forrest" userId="95fbf796-a2c8-4799-ab79-0e94d63402e7" providerId="ADAL" clId="{5CC7CD71-D9DB-40BF-B6AF-0002D494E9DD}" dt="2025-04-15T04:37:59.071" v="3030" actId="1076"/>
          <ac:spMkLst>
            <pc:docMk/>
            <pc:sldMk cId="3238544389" sldId="273"/>
            <ac:spMk id="14" creationId="{5930C8ED-AD06-B600-3259-6C4D99C63844}"/>
          </ac:spMkLst>
        </pc:spChg>
        <pc:spChg chg="add mod">
          <ac:chgData name="Scott Forrest" userId="95fbf796-a2c8-4799-ab79-0e94d63402e7" providerId="ADAL" clId="{5CC7CD71-D9DB-40BF-B6AF-0002D494E9DD}" dt="2025-04-15T04:38:20.213" v="3035" actId="1076"/>
          <ac:spMkLst>
            <pc:docMk/>
            <pc:sldMk cId="3238544389" sldId="273"/>
            <ac:spMk id="15" creationId="{70965970-0A59-5A75-1E21-429368D98F4D}"/>
          </ac:spMkLst>
        </pc:spChg>
        <pc:spChg chg="add mod">
          <ac:chgData name="Scott Forrest" userId="95fbf796-a2c8-4799-ab79-0e94d63402e7" providerId="ADAL" clId="{5CC7CD71-D9DB-40BF-B6AF-0002D494E9DD}" dt="2025-04-15T04:38:40.156" v="3039" actId="207"/>
          <ac:spMkLst>
            <pc:docMk/>
            <pc:sldMk cId="3238544389" sldId="273"/>
            <ac:spMk id="16" creationId="{1DADDB2E-F630-61AC-4AF2-9F3ED9D3E579}"/>
          </ac:spMkLst>
        </pc:spChg>
        <pc:spChg chg="add mod">
          <ac:chgData name="Scott Forrest" userId="95fbf796-a2c8-4799-ab79-0e94d63402e7" providerId="ADAL" clId="{5CC7CD71-D9DB-40BF-B6AF-0002D494E9DD}" dt="2025-04-15T04:38:34.575" v="3038" actId="20577"/>
          <ac:spMkLst>
            <pc:docMk/>
            <pc:sldMk cId="3238544389" sldId="273"/>
            <ac:spMk id="17" creationId="{158E0C74-D03F-94D7-D57C-EA268FCE743D}"/>
          </ac:spMkLst>
        </pc:spChg>
        <pc:spChg chg="add mod">
          <ac:chgData name="Scott Forrest" userId="95fbf796-a2c8-4799-ab79-0e94d63402e7" providerId="ADAL" clId="{5CC7CD71-D9DB-40BF-B6AF-0002D494E9DD}" dt="2025-04-15T04:39:07.488" v="3053" actId="207"/>
          <ac:spMkLst>
            <pc:docMk/>
            <pc:sldMk cId="3238544389" sldId="273"/>
            <ac:spMk id="20" creationId="{21F05616-D086-6A33-AF2A-45BBA4DA3BB4}"/>
          </ac:spMkLst>
        </pc:spChg>
        <pc:spChg chg="add mod">
          <ac:chgData name="Scott Forrest" userId="95fbf796-a2c8-4799-ab79-0e94d63402e7" providerId="ADAL" clId="{5CC7CD71-D9DB-40BF-B6AF-0002D494E9DD}" dt="2025-04-15T04:39:02.244" v="3052" actId="20577"/>
          <ac:spMkLst>
            <pc:docMk/>
            <pc:sldMk cId="3238544389" sldId="273"/>
            <ac:spMk id="21" creationId="{40DE4BA8-DDDA-5388-A083-D73A8620B57E}"/>
          </ac:spMkLst>
        </pc:spChg>
        <pc:picChg chg="add mod">
          <ac:chgData name="Scott Forrest" userId="95fbf796-a2c8-4799-ab79-0e94d63402e7" providerId="ADAL" clId="{5CC7CD71-D9DB-40BF-B6AF-0002D494E9DD}" dt="2025-04-15T02:04:56.726" v="634" actId="1035"/>
          <ac:picMkLst>
            <pc:docMk/>
            <pc:sldMk cId="3238544389" sldId="273"/>
            <ac:picMk id="2050" creationId="{3AFE6952-A75D-F1FE-BC8B-EB4E2EA960F2}"/>
          </ac:picMkLst>
        </pc:picChg>
      </pc:sldChg>
      <pc:sldChg chg="new del">
        <pc:chgData name="Scott Forrest" userId="95fbf796-a2c8-4799-ab79-0e94d63402e7" providerId="ADAL" clId="{5CC7CD71-D9DB-40BF-B6AF-0002D494E9DD}" dt="2025-04-15T03:39:53.566" v="2574" actId="47"/>
        <pc:sldMkLst>
          <pc:docMk/>
          <pc:sldMk cId="2823215280" sldId="274"/>
        </pc:sldMkLst>
      </pc:sldChg>
      <pc:sldChg chg="new del">
        <pc:chgData name="Scott Forrest" userId="95fbf796-a2c8-4799-ab79-0e94d63402e7" providerId="ADAL" clId="{5CC7CD71-D9DB-40BF-B6AF-0002D494E9DD}" dt="2025-04-15T02:04:14.485" v="615" actId="47"/>
        <pc:sldMkLst>
          <pc:docMk/>
          <pc:sldMk cId="3779640167" sldId="274"/>
        </pc:sldMkLst>
      </pc:sldChg>
      <pc:sldChg chg="addSp modSp mod modAnim">
        <pc:chgData name="Scott Forrest" userId="95fbf796-a2c8-4799-ab79-0e94d63402e7" providerId="ADAL" clId="{5CC7CD71-D9DB-40BF-B6AF-0002D494E9DD}" dt="2025-04-16T04:00:42.593" v="4200"/>
        <pc:sldMkLst>
          <pc:docMk/>
          <pc:sldMk cId="3116362063" sldId="275"/>
        </pc:sldMkLst>
        <pc:spChg chg="add mod">
          <ac:chgData name="Scott Forrest" userId="95fbf796-a2c8-4799-ab79-0e94d63402e7" providerId="ADAL" clId="{5CC7CD71-D9DB-40BF-B6AF-0002D494E9DD}" dt="2025-04-16T03:59:55.148" v="4190" actId="1035"/>
          <ac:spMkLst>
            <pc:docMk/>
            <pc:sldMk cId="3116362063" sldId="275"/>
            <ac:spMk id="7" creationId="{C59D77E8-DCA4-1E3F-4E0F-9FA18F67E47E}"/>
          </ac:spMkLst>
        </pc:spChg>
        <pc:spChg chg="add mod">
          <ac:chgData name="Scott Forrest" userId="95fbf796-a2c8-4799-ab79-0e94d63402e7" providerId="ADAL" clId="{5CC7CD71-D9DB-40BF-B6AF-0002D494E9DD}" dt="2025-04-16T04:00:02.180" v="4192" actId="1076"/>
          <ac:spMkLst>
            <pc:docMk/>
            <pc:sldMk cId="3116362063" sldId="275"/>
            <ac:spMk id="9" creationId="{76582AD8-5F6E-BE1F-F1E1-0A5739C6527A}"/>
          </ac:spMkLst>
        </pc:spChg>
        <pc:spChg chg="add mod">
          <ac:chgData name="Scott Forrest" userId="95fbf796-a2c8-4799-ab79-0e94d63402e7" providerId="ADAL" clId="{5CC7CD71-D9DB-40BF-B6AF-0002D494E9DD}" dt="2025-04-16T04:00:18.373" v="4195" actId="14100"/>
          <ac:spMkLst>
            <pc:docMk/>
            <pc:sldMk cId="3116362063" sldId="275"/>
            <ac:spMk id="10" creationId="{8A8E2D54-7DE3-B4D1-388D-5A689F24EA78}"/>
          </ac:spMkLst>
        </pc:spChg>
        <pc:spChg chg="add mod">
          <ac:chgData name="Scott Forrest" userId="95fbf796-a2c8-4799-ab79-0e94d63402e7" providerId="ADAL" clId="{5CC7CD71-D9DB-40BF-B6AF-0002D494E9DD}" dt="2025-04-16T04:00:28.158" v="4199" actId="1035"/>
          <ac:spMkLst>
            <pc:docMk/>
            <pc:sldMk cId="3116362063" sldId="275"/>
            <ac:spMk id="11" creationId="{7D594745-E7AE-8FA6-2FB8-DBC6130E07BA}"/>
          </ac:spMkLst>
        </pc:spChg>
      </pc:sldChg>
      <pc:sldChg chg="addSp modSp new mod">
        <pc:chgData name="Scott Forrest" userId="95fbf796-a2c8-4799-ab79-0e94d63402e7" providerId="ADAL" clId="{5CC7CD71-D9DB-40BF-B6AF-0002D494E9DD}" dt="2025-04-15T04:41:26.895" v="3094" actId="113"/>
        <pc:sldMkLst>
          <pc:docMk/>
          <pc:sldMk cId="3969880006" sldId="275"/>
        </pc:sldMkLst>
      </pc:sldChg>
      <pc:sldChg chg="addSp delSp modSp new mod modAnim">
        <pc:chgData name="Scott Forrest" userId="95fbf796-a2c8-4799-ab79-0e94d63402e7" providerId="ADAL" clId="{5CC7CD71-D9DB-40BF-B6AF-0002D494E9DD}" dt="2025-04-15T04:30:52.509" v="2918"/>
        <pc:sldMkLst>
          <pc:docMk/>
          <pc:sldMk cId="1414141991" sldId="276"/>
        </pc:sldMkLst>
        <pc:spChg chg="add del mod">
          <ac:chgData name="Scott Forrest" userId="95fbf796-a2c8-4799-ab79-0e94d63402e7" providerId="ADAL" clId="{5CC7CD71-D9DB-40BF-B6AF-0002D494E9DD}" dt="2025-04-15T03:10:50.367" v="1096" actId="1036"/>
          <ac:spMkLst>
            <pc:docMk/>
            <pc:sldMk cId="1414141991" sldId="276"/>
            <ac:spMk id="2" creationId="{01199C56-CB43-8B1F-B8B1-A71DA2CF898A}"/>
          </ac:spMkLst>
        </pc:spChg>
        <pc:spChg chg="add mod">
          <ac:chgData name="Scott Forrest" userId="95fbf796-a2c8-4799-ab79-0e94d63402e7" providerId="ADAL" clId="{5CC7CD71-D9DB-40BF-B6AF-0002D494E9DD}" dt="2025-04-15T03:10:45.634" v="1092" actId="1037"/>
          <ac:spMkLst>
            <pc:docMk/>
            <pc:sldMk cId="1414141991" sldId="276"/>
            <ac:spMk id="9" creationId="{0954C3EC-1CD2-8F3C-77DC-A3E6E1077B21}"/>
          </ac:spMkLst>
        </pc:spChg>
        <pc:graphicFrameChg chg="add mod modGraphic">
          <ac:chgData name="Scott Forrest" userId="95fbf796-a2c8-4799-ab79-0e94d63402e7" providerId="ADAL" clId="{5CC7CD71-D9DB-40BF-B6AF-0002D494E9DD}" dt="2025-04-15T03:10:35.599" v="1091" actId="20577"/>
          <ac:graphicFrameMkLst>
            <pc:docMk/>
            <pc:sldMk cId="1414141991" sldId="276"/>
            <ac:graphicFrameMk id="8" creationId="{632C02D6-D4BB-8E9D-D69F-C0646E44EE92}"/>
          </ac:graphicFrameMkLst>
        </pc:graphicFrameChg>
        <pc:picChg chg="add mod">
          <ac:chgData name="Scott Forrest" userId="95fbf796-a2c8-4799-ab79-0e94d63402e7" providerId="ADAL" clId="{5CC7CD71-D9DB-40BF-B6AF-0002D494E9DD}" dt="2025-04-15T03:03:00.373" v="706" actId="1076"/>
          <ac:picMkLst>
            <pc:docMk/>
            <pc:sldMk cId="1414141991" sldId="276"/>
            <ac:picMk id="3074" creationId="{25FF1D0D-3284-2700-960B-8A4FF3DDADFF}"/>
          </ac:picMkLst>
        </pc:picChg>
      </pc:sldChg>
      <pc:sldChg chg="addSp modSp new mod">
        <pc:chgData name="Scott Forrest" userId="95fbf796-a2c8-4799-ab79-0e94d63402e7" providerId="ADAL" clId="{5CC7CD71-D9DB-40BF-B6AF-0002D494E9DD}" dt="2025-04-16T02:46:46.859" v="3134" actId="20577"/>
        <pc:sldMkLst>
          <pc:docMk/>
          <pc:sldMk cId="3096656171" sldId="277"/>
        </pc:sldMkLst>
        <pc:spChg chg="mod">
          <ac:chgData name="Scott Forrest" userId="95fbf796-a2c8-4799-ab79-0e94d63402e7" providerId="ADAL" clId="{5CC7CD71-D9DB-40BF-B6AF-0002D494E9DD}" dt="2025-04-15T03:12:23.519" v="1228" actId="20577"/>
          <ac:spMkLst>
            <pc:docMk/>
            <pc:sldMk cId="3096656171" sldId="277"/>
            <ac:spMk id="2" creationId="{75378156-2E75-552D-9CF5-22A7DD3A0952}"/>
          </ac:spMkLst>
        </pc:spChg>
        <pc:spChg chg="mod">
          <ac:chgData name="Scott Forrest" userId="95fbf796-a2c8-4799-ab79-0e94d63402e7" providerId="ADAL" clId="{5CC7CD71-D9DB-40BF-B6AF-0002D494E9DD}" dt="2025-04-15T03:30:53.805" v="2277" actId="20577"/>
          <ac:spMkLst>
            <pc:docMk/>
            <pc:sldMk cId="3096656171" sldId="277"/>
            <ac:spMk id="3" creationId="{8FEEAB43-DF47-5B9B-A9FA-889387034658}"/>
          </ac:spMkLst>
        </pc:spChg>
        <pc:spChg chg="mod">
          <ac:chgData name="Scott Forrest" userId="95fbf796-a2c8-4799-ab79-0e94d63402e7" providerId="ADAL" clId="{5CC7CD71-D9DB-40BF-B6AF-0002D494E9DD}" dt="2025-04-16T02:46:46.859" v="3134" actId="20577"/>
          <ac:spMkLst>
            <pc:docMk/>
            <pc:sldMk cId="3096656171" sldId="277"/>
            <ac:spMk id="14" creationId="{FF4DDE47-BAE7-B898-14CD-19830C6E5F97}"/>
          </ac:spMkLst>
        </pc:spChg>
        <pc:picChg chg="add mod">
          <ac:chgData name="Scott Forrest" userId="95fbf796-a2c8-4799-ab79-0e94d63402e7" providerId="ADAL" clId="{5CC7CD71-D9DB-40BF-B6AF-0002D494E9DD}" dt="2025-04-15T03:31:03.786" v="2280" actId="1076"/>
          <ac:picMkLst>
            <pc:docMk/>
            <pc:sldMk cId="3096656171" sldId="277"/>
            <ac:picMk id="8" creationId="{CE5DA767-6AA7-00CC-DC3B-ED0C392D8730}"/>
          </ac:picMkLst>
        </pc:picChg>
      </pc:sldChg>
      <pc:sldChg chg="addSp modSp new mod">
        <pc:chgData name="Scott Forrest" userId="95fbf796-a2c8-4799-ab79-0e94d63402e7" providerId="ADAL" clId="{5CC7CD71-D9DB-40BF-B6AF-0002D494E9DD}" dt="2025-04-15T03:31:09.245" v="2281"/>
        <pc:sldMkLst>
          <pc:docMk/>
          <pc:sldMk cId="88110481" sldId="278"/>
        </pc:sldMkLst>
        <pc:spChg chg="mod">
          <ac:chgData name="Scott Forrest" userId="95fbf796-a2c8-4799-ab79-0e94d63402e7" providerId="ADAL" clId="{5CC7CD71-D9DB-40BF-B6AF-0002D494E9DD}" dt="2025-04-15T03:12:30.527" v="1249" actId="20577"/>
          <ac:spMkLst>
            <pc:docMk/>
            <pc:sldMk cId="88110481" sldId="278"/>
            <ac:spMk id="2" creationId="{3A29A511-31FD-5AC3-E0F4-0AB798BC872B}"/>
          </ac:spMkLst>
        </pc:spChg>
        <pc:spChg chg="mod">
          <ac:chgData name="Scott Forrest" userId="95fbf796-a2c8-4799-ab79-0e94d63402e7" providerId="ADAL" clId="{5CC7CD71-D9DB-40BF-B6AF-0002D494E9DD}" dt="2025-04-15T03:17:32.863" v="1855" actId="20577"/>
          <ac:spMkLst>
            <pc:docMk/>
            <pc:sldMk cId="88110481" sldId="278"/>
            <ac:spMk id="3" creationId="{94E95C65-1136-8AB4-7DA3-2CCD01A0338C}"/>
          </ac:spMkLst>
        </pc:spChg>
        <pc:picChg chg="add mod">
          <ac:chgData name="Scott Forrest" userId="95fbf796-a2c8-4799-ab79-0e94d63402e7" providerId="ADAL" clId="{5CC7CD71-D9DB-40BF-B6AF-0002D494E9DD}" dt="2025-04-15T03:31:09.245" v="2281"/>
          <ac:picMkLst>
            <pc:docMk/>
            <pc:sldMk cId="88110481" sldId="278"/>
            <ac:picMk id="8" creationId="{FE0E05D4-5447-EB87-DFDB-DD00AA883D11}"/>
          </ac:picMkLst>
        </pc:picChg>
      </pc:sldChg>
      <pc:sldChg chg="addSp modSp new mod">
        <pc:chgData name="Scott Forrest" userId="95fbf796-a2c8-4799-ab79-0e94d63402e7" providerId="ADAL" clId="{5CC7CD71-D9DB-40BF-B6AF-0002D494E9DD}" dt="2025-04-16T02:56:42.616" v="3275" actId="20577"/>
        <pc:sldMkLst>
          <pc:docMk/>
          <pc:sldMk cId="1562069655" sldId="279"/>
        </pc:sldMkLst>
        <pc:spChg chg="mod">
          <ac:chgData name="Scott Forrest" userId="95fbf796-a2c8-4799-ab79-0e94d63402e7" providerId="ADAL" clId="{5CC7CD71-D9DB-40BF-B6AF-0002D494E9DD}" dt="2025-04-15T03:12:39.235" v="1283" actId="20577"/>
          <ac:spMkLst>
            <pc:docMk/>
            <pc:sldMk cId="1562069655" sldId="279"/>
            <ac:spMk id="2" creationId="{96BA2AD2-9DEF-106A-6B5A-5213DCC1F71A}"/>
          </ac:spMkLst>
        </pc:spChg>
        <pc:spChg chg="mod">
          <ac:chgData name="Scott Forrest" userId="95fbf796-a2c8-4799-ab79-0e94d63402e7" providerId="ADAL" clId="{5CC7CD71-D9DB-40BF-B6AF-0002D494E9DD}" dt="2025-04-16T02:56:42.616" v="3275" actId="20577"/>
          <ac:spMkLst>
            <pc:docMk/>
            <pc:sldMk cId="1562069655" sldId="279"/>
            <ac:spMk id="3" creationId="{B9C89900-6A1F-5F9F-CFF6-873710384649}"/>
          </ac:spMkLst>
        </pc:spChg>
        <pc:picChg chg="add mod">
          <ac:chgData name="Scott Forrest" userId="95fbf796-a2c8-4799-ab79-0e94d63402e7" providerId="ADAL" clId="{5CC7CD71-D9DB-40BF-B6AF-0002D494E9DD}" dt="2025-04-15T03:31:11.041" v="2282"/>
          <ac:picMkLst>
            <pc:docMk/>
            <pc:sldMk cId="1562069655" sldId="279"/>
            <ac:picMk id="7" creationId="{E77CA9ED-1EC4-4124-F69A-2F8BE45EACD2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4:08:52.110" v="4229" actId="478"/>
        <pc:sldMkLst>
          <pc:docMk/>
          <pc:sldMk cId="246888353" sldId="280"/>
        </pc:sldMkLst>
        <pc:spChg chg="mod">
          <ac:chgData name="Scott Forrest" userId="95fbf796-a2c8-4799-ab79-0e94d63402e7" providerId="ADAL" clId="{5CC7CD71-D9DB-40BF-B6AF-0002D494E9DD}" dt="2025-04-15T03:12:55.507" v="1333" actId="20577"/>
          <ac:spMkLst>
            <pc:docMk/>
            <pc:sldMk cId="246888353" sldId="280"/>
            <ac:spMk id="2" creationId="{F0667EBC-CED2-7178-221A-F24D5973298D}"/>
          </ac:spMkLst>
        </pc:spChg>
      </pc:sldChg>
      <pc:sldChg chg="addSp modSp new mod ord">
        <pc:chgData name="Scott Forrest" userId="95fbf796-a2c8-4799-ab79-0e94d63402e7" providerId="ADAL" clId="{5CC7CD71-D9DB-40BF-B6AF-0002D494E9DD}" dt="2025-04-16T04:09:14.764" v="4231"/>
        <pc:sldMkLst>
          <pc:docMk/>
          <pc:sldMk cId="1287532557" sldId="281"/>
        </pc:sldMkLst>
        <pc:spChg chg="mod">
          <ac:chgData name="Scott Forrest" userId="95fbf796-a2c8-4799-ab79-0e94d63402e7" providerId="ADAL" clId="{5CC7CD71-D9DB-40BF-B6AF-0002D494E9DD}" dt="2025-04-15T03:13:02.738" v="1349" actId="20577"/>
          <ac:spMkLst>
            <pc:docMk/>
            <pc:sldMk cId="1287532557" sldId="281"/>
            <ac:spMk id="2" creationId="{F1DFC677-6ED2-C965-3BF8-DC20BED15445}"/>
          </ac:spMkLst>
        </pc:spChg>
        <pc:spChg chg="mod">
          <ac:chgData name="Scott Forrest" userId="95fbf796-a2c8-4799-ab79-0e94d63402e7" providerId="ADAL" clId="{5CC7CD71-D9DB-40BF-B6AF-0002D494E9DD}" dt="2025-04-15T03:31:58.183" v="2424" actId="20577"/>
          <ac:spMkLst>
            <pc:docMk/>
            <pc:sldMk cId="1287532557" sldId="281"/>
            <ac:spMk id="3" creationId="{4BCD2DAF-CE86-F77D-CCA5-BF09E4F59258}"/>
          </ac:spMkLst>
        </pc:spChg>
        <pc:picChg chg="add mod">
          <ac:chgData name="Scott Forrest" userId="95fbf796-a2c8-4799-ab79-0e94d63402e7" providerId="ADAL" clId="{5CC7CD71-D9DB-40BF-B6AF-0002D494E9DD}" dt="2025-04-15T03:31:17.360" v="2283"/>
          <ac:picMkLst>
            <pc:docMk/>
            <pc:sldMk cId="1287532557" sldId="281"/>
            <ac:picMk id="7" creationId="{7A22ED98-7A5C-ABDE-7222-915556522428}"/>
          </ac:picMkLst>
        </pc:picChg>
      </pc:sldChg>
      <pc:sldChg chg="addSp modSp new mod">
        <pc:chgData name="Scott Forrest" userId="95fbf796-a2c8-4799-ab79-0e94d63402e7" providerId="ADAL" clId="{5CC7CD71-D9DB-40BF-B6AF-0002D494E9DD}" dt="2025-04-15T04:30:29.979" v="2917" actId="20577"/>
        <pc:sldMkLst>
          <pc:docMk/>
          <pc:sldMk cId="957641504" sldId="282"/>
        </pc:sldMkLst>
        <pc:spChg chg="add mod">
          <ac:chgData name="Scott Forrest" userId="95fbf796-a2c8-4799-ab79-0e94d63402e7" providerId="ADAL" clId="{5CC7CD71-D9DB-40BF-B6AF-0002D494E9DD}" dt="2025-04-15T03:30:17.619" v="2260" actId="14100"/>
          <ac:spMkLst>
            <pc:docMk/>
            <pc:sldMk cId="957641504" sldId="282"/>
            <ac:spMk id="8" creationId="{AB095E39-5313-D366-0A62-8DE205586E2D}"/>
          </ac:spMkLst>
        </pc:spChg>
        <pc:spChg chg="add mod">
          <ac:chgData name="Scott Forrest" userId="95fbf796-a2c8-4799-ab79-0e94d63402e7" providerId="ADAL" clId="{5CC7CD71-D9DB-40BF-B6AF-0002D494E9DD}" dt="2025-04-15T04:30:29.979" v="2917" actId="20577"/>
          <ac:spMkLst>
            <pc:docMk/>
            <pc:sldMk cId="957641504" sldId="282"/>
            <ac:spMk id="9" creationId="{8B18E7E0-659B-2F0F-31EC-4D59AD357C1C}"/>
          </ac:spMkLst>
        </pc:spChg>
        <pc:picChg chg="add mod">
          <ac:chgData name="Scott Forrest" userId="95fbf796-a2c8-4799-ab79-0e94d63402e7" providerId="ADAL" clId="{5CC7CD71-D9DB-40BF-B6AF-0002D494E9DD}" dt="2025-04-15T03:30:19.710" v="2262" actId="1076"/>
          <ac:picMkLst>
            <pc:docMk/>
            <pc:sldMk cId="957641504" sldId="282"/>
            <ac:picMk id="7" creationId="{48B380A4-A5BD-A1C1-7828-ADD12CF0A93A}"/>
          </ac:picMkLst>
        </pc:picChg>
      </pc:sldChg>
      <pc:sldChg chg="addSp add mod ord">
        <pc:chgData name="Scott Forrest" userId="95fbf796-a2c8-4799-ab79-0e94d63402e7" providerId="ADAL" clId="{5CC7CD71-D9DB-40BF-B6AF-0002D494E9DD}" dt="2025-04-15T03:39:52.364" v="2573"/>
        <pc:sldMkLst>
          <pc:docMk/>
          <pc:sldMk cId="2480356457" sldId="283"/>
        </pc:sldMkLst>
        <pc:picChg chg="add">
          <ac:chgData name="Scott Forrest" userId="95fbf796-a2c8-4799-ab79-0e94d63402e7" providerId="ADAL" clId="{5CC7CD71-D9DB-40BF-B6AF-0002D494E9DD}" dt="2025-04-15T03:36:36.585" v="2542" actId="22"/>
          <ac:picMkLst>
            <pc:docMk/>
            <pc:sldMk cId="2480356457" sldId="283"/>
            <ac:picMk id="8" creationId="{696B4D2C-084D-6BB0-CAD5-604AEC747BDD}"/>
          </ac:picMkLst>
        </pc:picChg>
      </pc:sldChg>
      <pc:sldChg chg="addSp delSp modSp add del mod">
        <pc:chgData name="Scott Forrest" userId="95fbf796-a2c8-4799-ab79-0e94d63402e7" providerId="ADAL" clId="{5CC7CD71-D9DB-40BF-B6AF-0002D494E9DD}" dt="2025-04-15T04:21:17.968" v="2889" actId="47"/>
        <pc:sldMkLst>
          <pc:docMk/>
          <pc:sldMk cId="4168909003" sldId="284"/>
        </pc:sldMkLst>
      </pc:sldChg>
      <pc:sldChg chg="new del">
        <pc:chgData name="Scott Forrest" userId="95fbf796-a2c8-4799-ab79-0e94d63402e7" providerId="ADAL" clId="{5CC7CD71-D9DB-40BF-B6AF-0002D494E9DD}" dt="2025-04-15T04:41:34.289" v="3095" actId="47"/>
        <pc:sldMkLst>
          <pc:docMk/>
          <pc:sldMk cId="2108906775" sldId="285"/>
        </pc:sldMkLst>
      </pc:sldChg>
      <pc:sldChg chg="modSp mod">
        <pc:chgData name="Scott Forrest" userId="95fbf796-a2c8-4799-ab79-0e94d63402e7" providerId="ADAL" clId="{5CC7CD71-D9DB-40BF-B6AF-0002D494E9DD}" dt="2025-04-16T02:44:51.034" v="3099" actId="20577"/>
        <pc:sldMkLst>
          <pc:docMk/>
          <pc:sldMk cId="814873531" sldId="288"/>
        </pc:sldMkLst>
        <pc:spChg chg="mod">
          <ac:chgData name="Scott Forrest" userId="95fbf796-a2c8-4799-ab79-0e94d63402e7" providerId="ADAL" clId="{5CC7CD71-D9DB-40BF-B6AF-0002D494E9DD}" dt="2025-04-16T02:44:51.034" v="3099" actId="20577"/>
          <ac:spMkLst>
            <pc:docMk/>
            <pc:sldMk cId="814873531" sldId="288"/>
            <ac:spMk id="2" creationId="{65C32442-B69C-8A6B-62CA-049A394EB58D}"/>
          </ac:spMkLst>
        </pc:spChg>
      </pc:sldChg>
      <pc:sldChg chg="modSp mod">
        <pc:chgData name="Scott Forrest" userId="95fbf796-a2c8-4799-ab79-0e94d63402e7" providerId="ADAL" clId="{5CC7CD71-D9DB-40BF-B6AF-0002D494E9DD}" dt="2025-04-16T02:46:30" v="3131" actId="14100"/>
        <pc:sldMkLst>
          <pc:docMk/>
          <pc:sldMk cId="978555237" sldId="289"/>
        </pc:sldMkLst>
        <pc:spChg chg="mod">
          <ac:chgData name="Scott Forrest" userId="95fbf796-a2c8-4799-ab79-0e94d63402e7" providerId="ADAL" clId="{5CC7CD71-D9DB-40BF-B6AF-0002D494E9DD}" dt="2025-04-16T02:46:25.336" v="3130" actId="20577"/>
          <ac:spMkLst>
            <pc:docMk/>
            <pc:sldMk cId="978555237" sldId="289"/>
            <ac:spMk id="9" creationId="{6FB2B7AB-38E2-B97C-046A-7A1A4AE19E68}"/>
          </ac:spMkLst>
        </pc:spChg>
        <pc:spChg chg="mod">
          <ac:chgData name="Scott Forrest" userId="95fbf796-a2c8-4799-ab79-0e94d63402e7" providerId="ADAL" clId="{5CC7CD71-D9DB-40BF-B6AF-0002D494E9DD}" dt="2025-04-16T02:46:30" v="3131" actId="14100"/>
          <ac:spMkLst>
            <pc:docMk/>
            <pc:sldMk cId="978555237" sldId="289"/>
            <ac:spMk id="10" creationId="{547101D6-BE88-0668-6076-B23B580EB344}"/>
          </ac:spMkLst>
        </pc:spChg>
      </pc:sldChg>
      <pc:sldChg chg="modSp mod">
        <pc:chgData name="Scott Forrest" userId="95fbf796-a2c8-4799-ab79-0e94d63402e7" providerId="ADAL" clId="{5CC7CD71-D9DB-40BF-B6AF-0002D494E9DD}" dt="2025-04-16T02:45:49.067" v="3104" actId="20577"/>
        <pc:sldMkLst>
          <pc:docMk/>
          <pc:sldMk cId="2030781034" sldId="292"/>
        </pc:sldMkLst>
        <pc:spChg chg="mod">
          <ac:chgData name="Scott Forrest" userId="95fbf796-a2c8-4799-ab79-0e94d63402e7" providerId="ADAL" clId="{5CC7CD71-D9DB-40BF-B6AF-0002D494E9DD}" dt="2025-04-16T02:45:39.798" v="3103" actId="20577"/>
          <ac:spMkLst>
            <pc:docMk/>
            <pc:sldMk cId="2030781034" sldId="292"/>
            <ac:spMk id="2" creationId="{BA96CFA9-8083-44F9-BF1A-3C53D0268C80}"/>
          </ac:spMkLst>
        </pc:spChg>
        <pc:spChg chg="mod">
          <ac:chgData name="Scott Forrest" userId="95fbf796-a2c8-4799-ab79-0e94d63402e7" providerId="ADAL" clId="{5CC7CD71-D9DB-40BF-B6AF-0002D494E9DD}" dt="2025-04-16T02:45:49.067" v="3104" actId="20577"/>
          <ac:spMkLst>
            <pc:docMk/>
            <pc:sldMk cId="2030781034" sldId="292"/>
            <ac:spMk id="9" creationId="{80BD0E69-76D5-7D40-508F-2CC015C39A3B}"/>
          </ac:spMkLst>
        </pc:spChg>
      </pc:sldChg>
      <pc:sldChg chg="modSp mod">
        <pc:chgData name="Scott Forrest" userId="95fbf796-a2c8-4799-ab79-0e94d63402e7" providerId="ADAL" clId="{5CC7CD71-D9DB-40BF-B6AF-0002D494E9DD}" dt="2025-04-16T02:45:06.277" v="3102" actId="20577"/>
        <pc:sldMkLst>
          <pc:docMk/>
          <pc:sldMk cId="168204496" sldId="294"/>
        </pc:sldMkLst>
        <pc:spChg chg="mod">
          <ac:chgData name="Scott Forrest" userId="95fbf796-a2c8-4799-ab79-0e94d63402e7" providerId="ADAL" clId="{5CC7CD71-D9DB-40BF-B6AF-0002D494E9DD}" dt="2025-04-16T02:45:06.277" v="3102" actId="20577"/>
          <ac:spMkLst>
            <pc:docMk/>
            <pc:sldMk cId="168204496" sldId="294"/>
            <ac:spMk id="3" creationId="{4116D06F-00F0-6312-71EF-43B7576D093C}"/>
          </ac:spMkLst>
        </pc:spChg>
      </pc:sldChg>
      <pc:sldChg chg="modSp mod">
        <pc:chgData name="Scott Forrest" userId="95fbf796-a2c8-4799-ab79-0e94d63402e7" providerId="ADAL" clId="{5CC7CD71-D9DB-40BF-B6AF-0002D494E9DD}" dt="2025-04-16T02:58:22.313" v="3294" actId="404"/>
        <pc:sldMkLst>
          <pc:docMk/>
          <pc:sldMk cId="2108340454" sldId="297"/>
        </pc:sldMkLst>
        <pc:spChg chg="mod">
          <ac:chgData name="Scott Forrest" userId="95fbf796-a2c8-4799-ab79-0e94d63402e7" providerId="ADAL" clId="{5CC7CD71-D9DB-40BF-B6AF-0002D494E9DD}" dt="2025-04-16T02:58:22.313" v="3294" actId="404"/>
          <ac:spMkLst>
            <pc:docMk/>
            <pc:sldMk cId="2108340454" sldId="297"/>
            <ac:spMk id="3" creationId="{38938473-6F0F-6A45-EC11-09E9F8A5FA96}"/>
          </ac:spMkLst>
        </pc:spChg>
      </pc:sldChg>
      <pc:sldChg chg="modSp del mod">
        <pc:chgData name="Scott Forrest" userId="95fbf796-a2c8-4799-ab79-0e94d63402e7" providerId="ADAL" clId="{5CC7CD71-D9DB-40BF-B6AF-0002D494E9DD}" dt="2025-04-16T04:08:27.496" v="4228" actId="47"/>
        <pc:sldMkLst>
          <pc:docMk/>
          <pc:sldMk cId="621990983" sldId="299"/>
        </pc:sldMkLst>
      </pc:sldChg>
      <pc:sldChg chg="del">
        <pc:chgData name="Scott Forrest" userId="95fbf796-a2c8-4799-ab79-0e94d63402e7" providerId="ADAL" clId="{5CC7CD71-D9DB-40BF-B6AF-0002D494E9DD}" dt="2025-04-16T03:58:51.360" v="4185" actId="47"/>
        <pc:sldMkLst>
          <pc:docMk/>
          <pc:sldMk cId="3273998509" sldId="305"/>
        </pc:sldMkLst>
      </pc:sldChg>
      <pc:sldChg chg="ord">
        <pc:chgData name="Scott Forrest" userId="95fbf796-a2c8-4799-ab79-0e94d63402e7" providerId="ADAL" clId="{5CC7CD71-D9DB-40BF-B6AF-0002D494E9DD}" dt="2025-04-16T04:09:20.217" v="4233"/>
        <pc:sldMkLst>
          <pc:docMk/>
          <pc:sldMk cId="3391517988" sldId="306"/>
        </pc:sldMkLst>
      </pc:sldChg>
      <pc:sldChg chg="addSp delSp modSp new mod">
        <pc:chgData name="Scott Forrest" userId="95fbf796-a2c8-4799-ab79-0e94d63402e7" providerId="ADAL" clId="{5CC7CD71-D9DB-40BF-B6AF-0002D494E9DD}" dt="2025-04-16T03:04:07.457" v="3607" actId="20577"/>
        <pc:sldMkLst>
          <pc:docMk/>
          <pc:sldMk cId="668367263" sldId="307"/>
        </pc:sldMkLst>
        <pc:spChg chg="mod">
          <ac:chgData name="Scott Forrest" userId="95fbf796-a2c8-4799-ab79-0e94d63402e7" providerId="ADAL" clId="{5CC7CD71-D9DB-40BF-B6AF-0002D494E9DD}" dt="2025-04-16T02:58:42.249" v="3327" actId="20577"/>
          <ac:spMkLst>
            <pc:docMk/>
            <pc:sldMk cId="668367263" sldId="307"/>
            <ac:spMk id="2" creationId="{94E09B8E-6C33-5036-A7FC-5E16A65995BD}"/>
          </ac:spMkLst>
        </pc:spChg>
        <pc:spChg chg="mod">
          <ac:chgData name="Scott Forrest" userId="95fbf796-a2c8-4799-ab79-0e94d63402e7" providerId="ADAL" clId="{5CC7CD71-D9DB-40BF-B6AF-0002D494E9DD}" dt="2025-04-16T03:04:07.457" v="3607" actId="20577"/>
          <ac:spMkLst>
            <pc:docMk/>
            <pc:sldMk cId="668367263" sldId="307"/>
            <ac:spMk id="3" creationId="{DD81BC5A-6508-1CAA-241E-1D553D41D5B3}"/>
          </ac:spMkLst>
        </pc:spChg>
      </pc:sldChg>
      <pc:sldChg chg="addSp modSp new mod">
        <pc:chgData name="Scott Forrest" userId="95fbf796-a2c8-4799-ab79-0e94d63402e7" providerId="ADAL" clId="{5CC7CD71-D9DB-40BF-B6AF-0002D494E9DD}" dt="2025-04-16T03:12:15.392" v="3798" actId="1076"/>
        <pc:sldMkLst>
          <pc:docMk/>
          <pc:sldMk cId="770312698" sldId="308"/>
        </pc:sldMkLst>
        <pc:spChg chg="mod">
          <ac:chgData name="Scott Forrest" userId="95fbf796-a2c8-4799-ab79-0e94d63402e7" providerId="ADAL" clId="{5CC7CD71-D9DB-40BF-B6AF-0002D494E9DD}" dt="2025-04-16T02:58:52.983" v="3348" actId="20577"/>
          <ac:spMkLst>
            <pc:docMk/>
            <pc:sldMk cId="770312698" sldId="308"/>
            <ac:spMk id="2" creationId="{35FAAC62-6299-610F-39EC-2A6A43290F41}"/>
          </ac:spMkLst>
        </pc:spChg>
        <pc:spChg chg="mod">
          <ac:chgData name="Scott Forrest" userId="95fbf796-a2c8-4799-ab79-0e94d63402e7" providerId="ADAL" clId="{5CC7CD71-D9DB-40BF-B6AF-0002D494E9DD}" dt="2025-04-16T03:08:39.471" v="3785" actId="20577"/>
          <ac:spMkLst>
            <pc:docMk/>
            <pc:sldMk cId="770312698" sldId="308"/>
            <ac:spMk id="3" creationId="{37C6DBFD-CD71-B942-2B17-F893BF68FAF1}"/>
          </ac:spMkLst>
        </pc:spChg>
        <pc:spChg chg="add mod">
          <ac:chgData name="Scott Forrest" userId="95fbf796-a2c8-4799-ab79-0e94d63402e7" providerId="ADAL" clId="{5CC7CD71-D9DB-40BF-B6AF-0002D494E9DD}" dt="2025-04-16T03:12:15.392" v="3798" actId="1076"/>
          <ac:spMkLst>
            <pc:docMk/>
            <pc:sldMk cId="770312698" sldId="308"/>
            <ac:spMk id="8" creationId="{69346BCE-971C-6629-8240-1C415411BA0C}"/>
          </ac:spMkLst>
        </pc:spChg>
        <pc:picChg chg="add mod">
          <ac:chgData name="Scott Forrest" userId="95fbf796-a2c8-4799-ab79-0e94d63402e7" providerId="ADAL" clId="{5CC7CD71-D9DB-40BF-B6AF-0002D494E9DD}" dt="2025-04-16T03:11:44.379" v="3788" actId="1076"/>
          <ac:picMkLst>
            <pc:docMk/>
            <pc:sldMk cId="770312698" sldId="308"/>
            <ac:picMk id="3074" creationId="{29CD7E11-B646-2F06-2796-CC3AFCB36E53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3:14:19.774" v="3899" actId="20577"/>
        <pc:sldMkLst>
          <pc:docMk/>
          <pc:sldMk cId="1123331387" sldId="309"/>
        </pc:sldMkLst>
        <pc:spChg chg="add mod">
          <ac:chgData name="Scott Forrest" userId="95fbf796-a2c8-4799-ab79-0e94d63402e7" providerId="ADAL" clId="{5CC7CD71-D9DB-40BF-B6AF-0002D494E9DD}" dt="2025-04-16T03:06:46.046" v="3655" actId="1076"/>
          <ac:spMkLst>
            <pc:docMk/>
            <pc:sldMk cId="1123331387" sldId="309"/>
            <ac:spMk id="11" creationId="{0205C079-5D02-91AB-D7CD-DFC8806DB14F}"/>
          </ac:spMkLst>
        </pc:spChg>
        <pc:spChg chg="add mod">
          <ac:chgData name="Scott Forrest" userId="95fbf796-a2c8-4799-ab79-0e94d63402e7" providerId="ADAL" clId="{5CC7CD71-D9DB-40BF-B6AF-0002D494E9DD}" dt="2025-04-16T03:06:46.046" v="3655" actId="1076"/>
          <ac:spMkLst>
            <pc:docMk/>
            <pc:sldMk cId="1123331387" sldId="309"/>
            <ac:spMk id="12" creationId="{E4581255-6FD0-4A04-EC57-D67211E8FF0D}"/>
          </ac:spMkLst>
        </pc:spChg>
        <pc:spChg chg="add mod">
          <ac:chgData name="Scott Forrest" userId="95fbf796-a2c8-4799-ab79-0e94d63402e7" providerId="ADAL" clId="{5CC7CD71-D9DB-40BF-B6AF-0002D494E9DD}" dt="2025-04-16T03:14:19.774" v="3899" actId="20577"/>
          <ac:spMkLst>
            <pc:docMk/>
            <pc:sldMk cId="1123331387" sldId="309"/>
            <ac:spMk id="13" creationId="{EA474F0B-1D1A-5D26-921A-D06F753EE9B4}"/>
          </ac:spMkLst>
        </pc:spChg>
        <pc:picChg chg="add mod">
          <ac:chgData name="Scott Forrest" userId="95fbf796-a2c8-4799-ab79-0e94d63402e7" providerId="ADAL" clId="{5CC7CD71-D9DB-40BF-B6AF-0002D494E9DD}" dt="2025-04-16T03:06:46.046" v="3655" actId="1076"/>
          <ac:picMkLst>
            <pc:docMk/>
            <pc:sldMk cId="1123331387" sldId="309"/>
            <ac:picMk id="8" creationId="{E327626F-FAAD-72FC-CD77-1F4D5C4A78EA}"/>
          </ac:picMkLst>
        </pc:picChg>
        <pc:picChg chg="add mod">
          <ac:chgData name="Scott Forrest" userId="95fbf796-a2c8-4799-ab79-0e94d63402e7" providerId="ADAL" clId="{5CC7CD71-D9DB-40BF-B6AF-0002D494E9DD}" dt="2025-04-16T03:06:46.046" v="3655" actId="1076"/>
          <ac:picMkLst>
            <pc:docMk/>
            <pc:sldMk cId="1123331387" sldId="309"/>
            <ac:picMk id="10" creationId="{3320EF57-8472-E8EE-6A73-879B20706C63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3:26:50.909" v="3934" actId="1076"/>
        <pc:sldMkLst>
          <pc:docMk/>
          <pc:sldMk cId="391794777" sldId="310"/>
        </pc:sldMkLst>
        <pc:spChg chg="mod">
          <ac:chgData name="Scott Forrest" userId="95fbf796-a2c8-4799-ab79-0e94d63402e7" providerId="ADAL" clId="{5CC7CD71-D9DB-40BF-B6AF-0002D494E9DD}" dt="2025-04-16T03:18:52.252" v="3922" actId="27636"/>
          <ac:spMkLst>
            <pc:docMk/>
            <pc:sldMk cId="391794777" sldId="310"/>
            <ac:spMk id="2" creationId="{46D3FF34-0D8F-3696-7576-1ABEDDFE4EF6}"/>
          </ac:spMkLst>
        </pc:spChg>
        <pc:spChg chg="add mod">
          <ac:chgData name="Scott Forrest" userId="95fbf796-a2c8-4799-ab79-0e94d63402e7" providerId="ADAL" clId="{5CC7CD71-D9DB-40BF-B6AF-0002D494E9DD}" dt="2025-04-16T03:26:50.909" v="3934" actId="1076"/>
          <ac:spMkLst>
            <pc:docMk/>
            <pc:sldMk cId="391794777" sldId="310"/>
            <ac:spMk id="7" creationId="{3048E532-737A-DCE5-31A1-1D8ED1DD4DB3}"/>
          </ac:spMkLst>
        </pc:spChg>
        <pc:grpChg chg="add mod">
          <ac:chgData name="Scott Forrest" userId="95fbf796-a2c8-4799-ab79-0e94d63402e7" providerId="ADAL" clId="{5CC7CD71-D9DB-40BF-B6AF-0002D494E9DD}" dt="2025-04-16T03:26:50.909" v="3934" actId="1076"/>
          <ac:grpSpMkLst>
            <pc:docMk/>
            <pc:sldMk cId="391794777" sldId="310"/>
            <ac:grpSpMk id="8" creationId="{BC5410A0-5B31-5EC8-F64E-134DF0391C4B}"/>
          </ac:grpSpMkLst>
        </pc:grpChg>
        <pc:picChg chg="add mod">
          <ac:chgData name="Scott Forrest" userId="95fbf796-a2c8-4799-ab79-0e94d63402e7" providerId="ADAL" clId="{5CC7CD71-D9DB-40BF-B6AF-0002D494E9DD}" dt="2025-04-16T03:26:50.909" v="3934" actId="1076"/>
          <ac:picMkLst>
            <pc:docMk/>
            <pc:sldMk cId="391794777" sldId="310"/>
            <ac:picMk id="2050" creationId="{E2E67AFD-92A0-4996-F1E5-CCC0F06693FD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3:14:00.621" v="3880" actId="20577"/>
        <pc:sldMkLst>
          <pc:docMk/>
          <pc:sldMk cId="1401880843" sldId="311"/>
        </pc:sldMkLst>
        <pc:spChg chg="mod">
          <ac:chgData name="Scott Forrest" userId="95fbf796-a2c8-4799-ab79-0e94d63402e7" providerId="ADAL" clId="{5CC7CD71-D9DB-40BF-B6AF-0002D494E9DD}" dt="2025-04-16T03:14:00.621" v="3880" actId="20577"/>
          <ac:spMkLst>
            <pc:docMk/>
            <pc:sldMk cId="1401880843" sldId="311"/>
            <ac:spMk id="2" creationId="{00D1529E-5805-1E85-D5B0-6BD425728F2B}"/>
          </ac:spMkLst>
        </pc:spChg>
        <pc:picChg chg="add mod">
          <ac:chgData name="Scott Forrest" userId="95fbf796-a2c8-4799-ab79-0e94d63402e7" providerId="ADAL" clId="{5CC7CD71-D9DB-40BF-B6AF-0002D494E9DD}" dt="2025-04-16T03:13:12.789" v="3810" actId="1076"/>
          <ac:picMkLst>
            <pc:docMk/>
            <pc:sldMk cId="1401880843" sldId="311"/>
            <ac:picMk id="8" creationId="{194FD11C-64F4-F3C8-C26B-39F313285E76}"/>
          </ac:picMkLst>
        </pc:picChg>
        <pc:picChg chg="add mod">
          <ac:chgData name="Scott Forrest" userId="95fbf796-a2c8-4799-ab79-0e94d63402e7" providerId="ADAL" clId="{5CC7CD71-D9DB-40BF-B6AF-0002D494E9DD}" dt="2025-04-16T03:13:10.680" v="3809" actId="1076"/>
          <ac:picMkLst>
            <pc:docMk/>
            <pc:sldMk cId="1401880843" sldId="311"/>
            <ac:picMk id="10" creationId="{C91D0F83-DFC2-5D4C-A502-96A0D9C050E1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3:26:48.566" v="3933" actId="1076"/>
        <pc:sldMkLst>
          <pc:docMk/>
          <pc:sldMk cId="2768417719" sldId="312"/>
        </pc:sldMkLst>
        <pc:spChg chg="add mod">
          <ac:chgData name="Scott Forrest" userId="95fbf796-a2c8-4799-ab79-0e94d63402e7" providerId="ADAL" clId="{5CC7CD71-D9DB-40BF-B6AF-0002D494E9DD}" dt="2025-04-16T03:26:19.590" v="3929"/>
          <ac:spMkLst>
            <pc:docMk/>
            <pc:sldMk cId="2768417719" sldId="312"/>
            <ac:spMk id="7" creationId="{6B8A37EE-D49B-67E0-B9CE-EE998D9CC7C2}"/>
          </ac:spMkLst>
        </pc:spChg>
        <pc:spChg chg="add mod">
          <ac:chgData name="Scott Forrest" userId="95fbf796-a2c8-4799-ab79-0e94d63402e7" providerId="ADAL" clId="{5CC7CD71-D9DB-40BF-B6AF-0002D494E9DD}" dt="2025-04-16T03:26:48.566" v="3933" actId="1076"/>
          <ac:spMkLst>
            <pc:docMk/>
            <pc:sldMk cId="2768417719" sldId="312"/>
            <ac:spMk id="8" creationId="{1763DC22-522D-47D7-B927-973FB35EE3D5}"/>
          </ac:spMkLst>
        </pc:spChg>
        <pc:grpChg chg="add mod">
          <ac:chgData name="Scott Forrest" userId="95fbf796-a2c8-4799-ab79-0e94d63402e7" providerId="ADAL" clId="{5CC7CD71-D9DB-40BF-B6AF-0002D494E9DD}" dt="2025-04-16T03:26:48.566" v="3933" actId="1076"/>
          <ac:grpSpMkLst>
            <pc:docMk/>
            <pc:sldMk cId="2768417719" sldId="312"/>
            <ac:grpSpMk id="9" creationId="{17E05390-3988-4157-03D0-EDEC08C0C571}"/>
          </ac:grpSpMkLst>
        </pc:grpChg>
        <pc:picChg chg="add mod">
          <ac:chgData name="Scott Forrest" userId="95fbf796-a2c8-4799-ab79-0e94d63402e7" providerId="ADAL" clId="{5CC7CD71-D9DB-40BF-B6AF-0002D494E9DD}" dt="2025-04-16T03:26:48.566" v="3933" actId="1076"/>
          <ac:picMkLst>
            <pc:docMk/>
            <pc:sldMk cId="2768417719" sldId="312"/>
            <ac:picMk id="5122" creationId="{6E1E6583-DAF4-8501-E409-843482920DAA}"/>
          </ac:picMkLst>
        </pc:picChg>
      </pc:sldChg>
      <pc:sldChg chg="modSp new del mod">
        <pc:chgData name="Scott Forrest" userId="95fbf796-a2c8-4799-ab79-0e94d63402e7" providerId="ADAL" clId="{5CC7CD71-D9DB-40BF-B6AF-0002D494E9DD}" dt="2025-04-16T04:05:51.304" v="4201" actId="47"/>
        <pc:sldMkLst>
          <pc:docMk/>
          <pc:sldMk cId="1596316933" sldId="313"/>
        </pc:sldMkLst>
      </pc:sldChg>
      <pc:sldChg chg="addSp delSp modSp new mod">
        <pc:chgData name="Scott Forrest" userId="95fbf796-a2c8-4799-ab79-0e94d63402e7" providerId="ADAL" clId="{5CC7CD71-D9DB-40BF-B6AF-0002D494E9DD}" dt="2025-04-16T03:30:15.999" v="3973" actId="1076"/>
        <pc:sldMkLst>
          <pc:docMk/>
          <pc:sldMk cId="1465890325" sldId="314"/>
        </pc:sldMkLst>
        <pc:spChg chg="mod">
          <ac:chgData name="Scott Forrest" userId="95fbf796-a2c8-4799-ab79-0e94d63402e7" providerId="ADAL" clId="{5CC7CD71-D9DB-40BF-B6AF-0002D494E9DD}" dt="2025-04-16T03:29:59.289" v="3969" actId="20577"/>
          <ac:spMkLst>
            <pc:docMk/>
            <pc:sldMk cId="1465890325" sldId="314"/>
            <ac:spMk id="2" creationId="{B1B29678-E890-0C6A-CDA7-C99C1C568711}"/>
          </ac:spMkLst>
        </pc:spChg>
        <pc:picChg chg="add mod">
          <ac:chgData name="Scott Forrest" userId="95fbf796-a2c8-4799-ab79-0e94d63402e7" providerId="ADAL" clId="{5CC7CD71-D9DB-40BF-B6AF-0002D494E9DD}" dt="2025-04-16T03:30:15.999" v="3973" actId="1076"/>
          <ac:picMkLst>
            <pc:docMk/>
            <pc:sldMk cId="1465890325" sldId="314"/>
            <ac:picMk id="8" creationId="{9DDDA99C-EC8E-F7A2-DD73-EA997962B402}"/>
          </ac:picMkLst>
        </pc:picChg>
      </pc:sldChg>
      <pc:sldChg chg="addSp delSp modSp new mod">
        <pc:chgData name="Scott Forrest" userId="95fbf796-a2c8-4799-ab79-0e94d63402e7" providerId="ADAL" clId="{5CC7CD71-D9DB-40BF-B6AF-0002D494E9DD}" dt="2025-04-16T03:34:11.191" v="4182" actId="1076"/>
        <pc:sldMkLst>
          <pc:docMk/>
          <pc:sldMk cId="824824519" sldId="315"/>
        </pc:sldMkLst>
        <pc:spChg chg="mod">
          <ac:chgData name="Scott Forrest" userId="95fbf796-a2c8-4799-ab79-0e94d63402e7" providerId="ADAL" clId="{5CC7CD71-D9DB-40BF-B6AF-0002D494E9DD}" dt="2025-04-16T03:31:06.779" v="3999" actId="20577"/>
          <ac:spMkLst>
            <pc:docMk/>
            <pc:sldMk cId="824824519" sldId="315"/>
            <ac:spMk id="2" creationId="{8B070242-CF80-36D2-E593-0D5E1B88380B}"/>
          </ac:spMkLst>
        </pc:spChg>
        <pc:spChg chg="add mod">
          <ac:chgData name="Scott Forrest" userId="95fbf796-a2c8-4799-ab79-0e94d63402e7" providerId="ADAL" clId="{5CC7CD71-D9DB-40BF-B6AF-0002D494E9DD}" dt="2025-04-16T03:34:11.191" v="4182" actId="1076"/>
          <ac:spMkLst>
            <pc:docMk/>
            <pc:sldMk cId="824824519" sldId="315"/>
            <ac:spMk id="9" creationId="{1936F294-148E-B2CC-470F-88B493E7C4D2}"/>
          </ac:spMkLst>
        </pc:spChg>
        <pc:picChg chg="add mod">
          <ac:chgData name="Scott Forrest" userId="95fbf796-a2c8-4799-ab79-0e94d63402e7" providerId="ADAL" clId="{5CC7CD71-D9DB-40BF-B6AF-0002D494E9DD}" dt="2025-04-16T03:31:26.035" v="4003" actId="1076"/>
          <ac:picMkLst>
            <pc:docMk/>
            <pc:sldMk cId="824824519" sldId="315"/>
            <ac:picMk id="8" creationId="{C0856EF4-3133-3E80-F71E-242FC2E9E637}"/>
          </ac:picMkLst>
        </pc:picChg>
      </pc:sldChg>
      <pc:sldChg chg="add">
        <pc:chgData name="Scott Forrest" userId="95fbf796-a2c8-4799-ab79-0e94d63402e7" providerId="ADAL" clId="{5CC7CD71-D9DB-40BF-B6AF-0002D494E9DD}" dt="2025-04-16T04:08:25.430" v="4227"/>
        <pc:sldMkLst>
          <pc:docMk/>
          <pc:sldMk cId="463455855" sldId="316"/>
        </pc:sldMkLst>
      </pc:sldChg>
      <pc:sldChg chg="modSp add del mod">
        <pc:chgData name="Scott Forrest" userId="95fbf796-a2c8-4799-ab79-0e94d63402e7" providerId="ADAL" clId="{5CC7CD71-D9DB-40BF-B6AF-0002D494E9DD}" dt="2025-04-16T04:08:21.042" v="4226" actId="2696"/>
        <pc:sldMkLst>
          <pc:docMk/>
          <pc:sldMk cId="2400254318" sldId="316"/>
        </pc:sldMkLst>
      </pc:sldChg>
      <pc:sldMasterChg chg="addSp modSp mod modSldLayout">
        <pc:chgData name="Scott Forrest" userId="95fbf796-a2c8-4799-ab79-0e94d63402e7" providerId="ADAL" clId="{5CC7CD71-D9DB-40BF-B6AF-0002D494E9DD}" dt="2025-04-15T01:56:12.252" v="545" actId="20577"/>
        <pc:sldMasterMkLst>
          <pc:docMk/>
          <pc:sldMasterMk cId="1042190689" sldId="2147483648"/>
        </pc:sldMasterMkLst>
        <pc:spChg chg="mod">
          <ac:chgData name="Scott Forrest" userId="95fbf796-a2c8-4799-ab79-0e94d63402e7" providerId="ADAL" clId="{5CC7CD71-D9DB-40BF-B6AF-0002D494E9DD}" dt="2025-04-15T01:46:49.245" v="83" actId="20577"/>
          <ac:spMkLst>
            <pc:docMk/>
            <pc:sldMasterMk cId="1042190689" sldId="2147483648"/>
            <ac:spMk id="5" creationId="{F48C3413-A4B2-40B3-9609-642E9344E7BB}"/>
          </ac:spMkLst>
        </pc:spChg>
        <pc:picChg chg="add mod">
          <ac:chgData name="Scott Forrest" userId="95fbf796-a2c8-4799-ab79-0e94d63402e7" providerId="ADAL" clId="{5CC7CD71-D9DB-40BF-B6AF-0002D494E9DD}" dt="2025-04-15T01:47:17.157" v="87" actId="732"/>
          <ac:picMkLst>
            <pc:docMk/>
            <pc:sldMasterMk cId="1042190689" sldId="2147483648"/>
            <ac:picMk id="7" creationId="{F9CFDA5C-D463-8B3B-0A4F-A5E42D4726F9}"/>
          </ac:picMkLst>
        </pc:picChg>
        <pc:picChg chg="add mod">
          <ac:chgData name="Scott Forrest" userId="95fbf796-a2c8-4799-ab79-0e94d63402e7" providerId="ADAL" clId="{5CC7CD71-D9DB-40BF-B6AF-0002D494E9DD}" dt="2025-04-15T01:46:52.583" v="84"/>
          <ac:picMkLst>
            <pc:docMk/>
            <pc:sldMasterMk cId="1042190689" sldId="2147483648"/>
            <ac:picMk id="8" creationId="{DFC26880-97CA-A954-8C4F-B2AD9D2ACDC2}"/>
          </ac:picMkLst>
        </pc:picChg>
        <pc:picChg chg="add mod">
          <ac:chgData name="Scott Forrest" userId="95fbf796-a2c8-4799-ab79-0e94d63402e7" providerId="ADAL" clId="{5CC7CD71-D9DB-40BF-B6AF-0002D494E9DD}" dt="2025-04-15T01:46:52.583" v="84"/>
          <ac:picMkLst>
            <pc:docMk/>
            <pc:sldMasterMk cId="1042190689" sldId="2147483648"/>
            <ac:picMk id="9" creationId="{C660DAC7-F21A-71AA-E499-3F20D59C466C}"/>
          </ac:picMkLst>
        </pc:picChg>
        <pc:picChg chg="add mod">
          <ac:chgData name="Scott Forrest" userId="95fbf796-a2c8-4799-ab79-0e94d63402e7" providerId="ADAL" clId="{5CC7CD71-D9DB-40BF-B6AF-0002D494E9DD}" dt="2025-04-15T01:47:01.152" v="85" actId="1076"/>
          <ac:picMkLst>
            <pc:docMk/>
            <pc:sldMasterMk cId="1042190689" sldId="2147483648"/>
            <ac:picMk id="10" creationId="{1936D975-2476-6229-27C9-C2BE2B71AFD1}"/>
          </ac:picMkLst>
        </pc:picChg>
        <pc:sldLayoutChg chg="modSp mod">
          <pc:chgData name="Scott Forrest" userId="95fbf796-a2c8-4799-ab79-0e94d63402e7" providerId="ADAL" clId="{5CC7CD71-D9DB-40BF-B6AF-0002D494E9DD}" dt="2025-04-15T01:56:12.252" v="545" actId="20577"/>
          <pc:sldLayoutMkLst>
            <pc:docMk/>
            <pc:sldMasterMk cId="1042190689" sldId="2147483648"/>
            <pc:sldLayoutMk cId="2429308669" sldId="2147483650"/>
          </pc:sldLayoutMkLst>
          <pc:spChg chg="mod">
            <ac:chgData name="Scott Forrest" userId="95fbf796-a2c8-4799-ab79-0e94d63402e7" providerId="ADAL" clId="{5CC7CD71-D9DB-40BF-B6AF-0002D494E9DD}" dt="2025-04-15T01:56:12.252" v="545" actId="20577"/>
            <ac:spMkLst>
              <pc:docMk/>
              <pc:sldMasterMk cId="1042190689" sldId="2147483648"/>
              <pc:sldLayoutMk cId="2429308669" sldId="2147483650"/>
              <ac:spMk id="5" creationId="{368F8E30-384E-4CB2-5164-D90B4B46D37C}"/>
            </ac:spMkLst>
          </pc:spChg>
        </pc:sldLayoutChg>
        <pc:sldLayoutChg chg="modSp mod">
          <pc:chgData name="Scott Forrest" userId="95fbf796-a2c8-4799-ab79-0e94d63402e7" providerId="ADAL" clId="{5CC7CD71-D9DB-40BF-B6AF-0002D494E9DD}" dt="2025-04-15T01:53:10.494" v="499" actId="20577"/>
          <pc:sldLayoutMkLst>
            <pc:docMk/>
            <pc:sldMasterMk cId="1042190689" sldId="2147483648"/>
            <pc:sldLayoutMk cId="844292820" sldId="2147483653"/>
          </pc:sldLayoutMkLst>
          <pc:spChg chg="mod">
            <ac:chgData name="Scott Forrest" userId="95fbf796-a2c8-4799-ab79-0e94d63402e7" providerId="ADAL" clId="{5CC7CD71-D9DB-40BF-B6AF-0002D494E9DD}" dt="2025-04-15T01:53:10.494" v="499" actId="20577"/>
            <ac:spMkLst>
              <pc:docMk/>
              <pc:sldMasterMk cId="1042190689" sldId="2147483648"/>
              <pc:sldLayoutMk cId="844292820" sldId="2147483653"/>
              <ac:spMk id="8" creationId="{B24C427F-B571-D2DC-44D3-0725E18F7803}"/>
            </ac:spMkLst>
          </pc:spChg>
        </pc:sldLayoutChg>
      </pc:sldMaster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D52DA2B-0F63-45D7-BFFA-D67E0D3F4BAD}" type="datetimeFigureOut">
              <a:rPr lang="en-AU" smtClean="0"/>
              <a:t>8/06/2025</a:t>
            </a:fld>
            <a:endParaRPr lang="en-AU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AU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A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6B8D699-5E08-44D1-9B23-94BB26E2EB8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4664787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A is abiotic conditions (fundamental niche); B is biotic interactions A+B = realised niche; movement added in = the occupied niche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6096210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Common reasons to want to model.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6511872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Where are the suitable habitats for koalas – where will they be in the future – how do we protect them?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876812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Down a scale of don’t need to be that accurate to need to be really accurate.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19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282749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Gold standard is PA but mostly we don’t have PA. Always try to get some. This usually drives the type of model that you can do.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20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2916943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Selecting a study domain – often should be determined by biology. But can instead be pragmatic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0173148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34803299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D44122-2D1A-222A-7CFB-AF9C491FB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9F0DC59-BF70-8846-221C-EAB4D5080CB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E6439D3-A83C-11D9-A5F0-F7AFCCD896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Gold standard is PA but mostly we don’t have PA. Always try to get some. This usually drives the type of model that you can do.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DFD3C4-23C8-A42B-A818-F1F73009CD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837370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Key consideration here includes: how relevant are they for defining a species’ niche? What’s available? At what resolution? 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24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6554362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AU" dirty="0"/>
              <a:t>Calibration = model correctly predict conditional probability of presence </a:t>
            </a:r>
          </a:p>
          <a:p>
            <a:r>
              <a:rPr lang="en-AU" dirty="0"/>
              <a:t>Discrimination = model can discriminate between occupied and unoccupied sites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6B8D699-5E08-44D1-9B23-94BB26E2EB88}" type="slidenum">
              <a:rPr lang="en-AU" smtClean="0"/>
              <a:t>43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0982613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F05330C-79E5-9160-86EF-073845CAC16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169B02D-C034-43BA-EC41-32225F0AB4D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07006F-C8FC-A36D-E78C-0805C63DC1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2821339-9798-4FA0-9721-5555DFD73124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28A1D1A-917B-399E-FA8C-231937DAC1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634C4DE-2879-5803-8E85-3BB6964D69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05062491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C3795F-130D-2BA1-4711-147A793BB6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8E4522-A42F-AFBF-28CE-C9C840DA32B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DF59DC-3F7E-8A8F-EA91-57CD78CE79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8F8E30-384E-4CB2-5164-D90B4B46D3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AB9B5D-3277-5E92-86A9-04B514230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2930866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2D2CA-9797-A369-2E57-969B08897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C65463-8DA2-3500-FABE-5B0B120070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AAD92F-4DDC-0129-F573-ECFC48EE04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CCDB4D-B77D-44E6-91E8-7FB39BE104D8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F66E8-EAC1-DE44-4010-9459B0E77E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66CDB05-CBCB-98D0-BBD0-202859387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6910063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6A4C7E-97F9-5A38-D23E-B7A2EDEABA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36548-60BC-F9ED-B2C0-9413ECF38CB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18682-B62F-661C-53CF-BDCF775F120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2B2E6-0146-FFE1-5ABF-7AA1CA9B3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F8004D7-6202-495A-9E4D-9F820EB888AC}" type="datetime1">
              <a:rPr lang="en-AU" smtClean="0"/>
              <a:t>8/06/2025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44E31DD-0408-B976-C153-BF0FA0C1BA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79B33A6-81EB-8C7F-B4DB-49874A0E4E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8422443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315782-4DD7-1D09-D92F-116701FEE8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D3987A-7F21-F459-CE5C-DC2E9A45A5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B9DD319-C549-9076-B181-CE894E3CC71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41EB16A-D434-585C-8FE3-AE376AF48A1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56ACAD3-CBF2-C9D9-054E-274A6BE01FE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F57AC8-C9FB-F51F-D99C-D144D29DE9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CCDFA7C-1B1A-479A-8DF6-A9F698F91127}" type="datetime1">
              <a:rPr lang="en-AU" smtClean="0"/>
              <a:t>8/06/2025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4C427F-B571-D2DC-44D3-0725E18F78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8FA5A2-25F4-C2F7-ACF1-BE9148BB17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8442928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8F9082-866F-BE60-C169-D80D38B80A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AC79998-4E95-9584-D852-5CC68D006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8D29B5C-E15E-4D74-B620-A439CFA26919}" type="datetime1">
              <a:rPr lang="en-AU" smtClean="0"/>
              <a:t>8/06/2025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9A71166-4DCB-5D16-5AD8-6AFDF203F1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4F34A6E-43FC-569F-8EB1-EBDFC4A53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4756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E8FC308-0D39-F2E6-24F7-4920A120D4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D65EB6-0CB1-41D3-90BD-A3D32D404478}" type="datetime1">
              <a:rPr lang="en-AU" smtClean="0"/>
              <a:t>8/06/2025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229451F-6F12-548C-64A1-DDB0F1EFB8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C159BC0-1373-AD8B-3AAD-6309C00A5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15476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48B04E-4A61-CA2B-1A02-C8FF72E1C6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C11683-B281-179A-B618-897902434D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E148898-4490-E348-F583-9FC6A4B02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B75A08-319D-7CB8-349B-C2F7B1D6ED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13CABFF-2556-44CB-BEC2-56DF960F22E8}" type="datetime1">
              <a:rPr lang="en-AU" smtClean="0"/>
              <a:t>8/06/2025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D89C6BE-E904-26BE-2771-4D410B80C4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C3AA9F4-4DFF-0414-0040-276C67FEF4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2516865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CD191C-C1DD-AE9F-6C35-16AF29B104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31E0A90-1CA0-C790-1E97-D885CC0705B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3750FB-D9F2-9C30-7F2C-A9D454DF7FC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3C58164-28E1-288B-F997-CB7D65D44E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51DAEB3-2D6B-4ACF-A842-1CBDE7ADB4D0}" type="datetime1">
              <a:rPr lang="en-AU" smtClean="0"/>
              <a:t>8/06/2025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BA07B36-F12B-2C05-5251-820B2D26BE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FE911B-6079-2028-F98D-F0CA02FF66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2248848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661191-707B-CC7C-93A5-368A2818DF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D13831-2A72-FAFE-73C2-D39E9F9FD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9DFAB0-15B8-3DA0-4D39-D95535C51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A0CD9E6-D43C-421E-B68E-C07B60AD5229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115DA0-1005-4C4A-5608-5F4078AD2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C4BBE0-FDB0-CE29-493B-6C56F4E61F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42521529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7C44A03-F4D4-4EAD-3C6E-2AC95F0797F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719F5B9-8D68-6D07-CE2D-B9AE204B2D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D57608-63C2-B990-C724-606506F239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0CC652-EA7A-4DCC-81C9-0EB315335E0A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19B163C-2B2C-61B9-BEB1-E33927D51D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4466EB9-45F7-E4CF-7572-777C28EB1E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30618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image" Target="../media/image3.jpeg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jpe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331353-8A78-A588-9628-E5D8576E8C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8F4AC75-AFA8-18DF-B95D-323DF1E415E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487AC4-8935-20D9-9B86-05FED3FC079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35BE54F-F934-47E3-96AD-8B3E9B453A16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8C3413-A4B2-40B3-9609-642E9344E7B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EA296B1-A27F-66D9-EB09-D5368FCBD6D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D4B225-800D-4997-8974-A640DB325038}" type="slidenum">
              <a:rPr lang="en-AU" smtClean="0"/>
              <a:t>‹#›</a:t>
            </a:fld>
            <a:endParaRPr lang="en-AU"/>
          </a:p>
        </p:txBody>
      </p:sp>
      <p:pic>
        <p:nvPicPr>
          <p:cNvPr id="7" name="Picture 2" descr="QUT Logo PNG Transparent &amp; SVG Vector - Freebie Supply">
            <a:extLst>
              <a:ext uri="{FF2B5EF4-FFF2-40B4-BE49-F238E27FC236}">
                <a16:creationId xmlns:a16="http://schemas.microsoft.com/office/drawing/2014/main" id="{F9CFDA5C-D463-8B3B-0A4F-A5E42D4726F9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7380" r="73349" b="37418"/>
          <a:stretch/>
        </p:blipFill>
        <p:spPr bwMode="auto">
          <a:xfrm>
            <a:off x="0" y="6222999"/>
            <a:ext cx="671513" cy="635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 descr="DMRC Indigenous Research Seminar - Digital Media Research Centre">
            <a:extLst>
              <a:ext uri="{FF2B5EF4-FFF2-40B4-BE49-F238E27FC236}">
                <a16:creationId xmlns:a16="http://schemas.microsoft.com/office/drawing/2014/main" id="{DFC26880-97CA-A954-8C4F-B2AD9D2ACDC2}"/>
              </a:ext>
            </a:extLst>
          </p:cNvPr>
          <p:cNvPicPr>
            <a:picLocks noChangeAspect="1" noChangeArrowheads="1"/>
          </p:cNvPicPr>
          <p:nvPr userDrawn="1"/>
        </p:nvPicPr>
        <p:blipFill rotWithShape="1"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4" b="85303"/>
          <a:stretch/>
        </p:blipFill>
        <p:spPr bwMode="auto">
          <a:xfrm>
            <a:off x="0" y="0"/>
            <a:ext cx="12192000" cy="2754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" name="Picture 2" descr="Image">
            <a:extLst>
              <a:ext uri="{FF2B5EF4-FFF2-40B4-BE49-F238E27FC236}">
                <a16:creationId xmlns:a16="http://schemas.microsoft.com/office/drawing/2014/main" id="{C660DAC7-F21A-71AA-E499-3F20D59C466C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96518" y="6247346"/>
            <a:ext cx="572890" cy="572890"/>
          </a:xfrm>
          <a:prstGeom prst="ellipse">
            <a:avLst/>
          </a:prstGeom>
          <a:ln w="63500" cap="rnd"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2" descr="QUT Centre for Data Science (@QUTDataScience) / Twitter">
            <a:extLst>
              <a:ext uri="{FF2B5EF4-FFF2-40B4-BE49-F238E27FC236}">
                <a16:creationId xmlns:a16="http://schemas.microsoft.com/office/drawing/2014/main" id="{1936D975-2476-6229-27C9-C2BE2B71AFD1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80027" y="6222999"/>
            <a:ext cx="603946" cy="603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421906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9.png"/><Relationship Id="rId2" Type="http://schemas.openxmlformats.org/officeDocument/2006/relationships/image" Target="../media/image5.jpe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patch105/ICCB_koala_sdm" TargetMode="External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jpeg"/><Relationship Id="rId3" Type="http://schemas.openxmlformats.org/officeDocument/2006/relationships/image" Target="../media/image11.png"/><Relationship Id="rId7" Type="http://schemas.openxmlformats.org/officeDocument/2006/relationships/image" Target="../media/image14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6" Type="http://schemas.microsoft.com/office/2007/relationships/hdphoto" Target="../media/hdphoto1.wdp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jpeg"/><Relationship Id="rId4" Type="http://schemas.openxmlformats.org/officeDocument/2006/relationships/image" Target="../media/image14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creativecommons.org/licenses/by-sa/3.0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jpeg"/><Relationship Id="rId4" Type="http://schemas.openxmlformats.org/officeDocument/2006/relationships/image" Target="../media/image28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8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7" Type="http://schemas.openxmlformats.org/officeDocument/2006/relationships/image" Target="../media/image3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png"/><Relationship Id="rId5" Type="http://schemas.openxmlformats.org/officeDocument/2006/relationships/image" Target="../media/image34.png"/><Relationship Id="rId4" Type="http://schemas.openxmlformats.org/officeDocument/2006/relationships/image" Target="../media/image3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8.png"/><Relationship Id="rId4" Type="http://schemas.openxmlformats.org/officeDocument/2006/relationships/image" Target="../media/image3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jpeg"/><Relationship Id="rId2" Type="http://schemas.openxmlformats.org/officeDocument/2006/relationships/hyperlink" Target="https://creativecommons.org/licenses/by-sa/3.0/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tch105/ICCB_koala_sdm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9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tch105/ICCB_koala_sdm" TargetMode="Externa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1.png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riszurell.github.io/SDM-Intro/" TargetMode="External"/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hyperlink" Target="https://levelup.gitconnected.com/random-forest-regression-209c0f354c84" TargetMode="Externa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hyperlink" Target="https://damariszurell.github.io/SDM-Intro/" TargetMode="External"/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github.com/patch105/ICCB_koala_sdm" TargetMode="External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1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ipcc.ch/report/ar6/wg1/downloads/report/IPCC_AR6_WGI_SPM_final.pdf" TargetMode="Externa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27427A-7DF1-2C46-CFA4-FF7F08F336A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1232"/>
            <a:ext cx="9144000" cy="2387600"/>
          </a:xfrm>
        </p:spPr>
        <p:txBody>
          <a:bodyPr>
            <a:normAutofit/>
          </a:bodyPr>
          <a:lstStyle/>
          <a:p>
            <a:r>
              <a:rPr lang="en-AU" sz="4800" dirty="0"/>
              <a:t>Modelling the SEQ koala distribution under current and future climate scenarios </a:t>
            </a:r>
          </a:p>
        </p:txBody>
      </p:sp>
      <p:pic>
        <p:nvPicPr>
          <p:cNvPr id="1029" name="Picture 5" descr="Koala - Aussie Ark | Conservation Program">
            <a:extLst>
              <a:ext uri="{FF2B5EF4-FFF2-40B4-BE49-F238E27FC236}">
                <a16:creationId xmlns:a16="http://schemas.microsoft.com/office/drawing/2014/main" id="{B5F1D5EA-0EC0-C60A-D56A-C11FE90530D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63"/>
          <a:stretch/>
        </p:blipFill>
        <p:spPr bwMode="auto">
          <a:xfrm rot="205309">
            <a:off x="7831515" y="3514833"/>
            <a:ext cx="3204818" cy="273084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3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68D6F366-5DB5-9281-4791-8BFED03735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20334">
            <a:off x="9838514" y="4039710"/>
            <a:ext cx="363381" cy="3633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7A62E827-A2BA-31B1-023D-B7A1BAB03F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48199">
            <a:off x="8661551" y="4438259"/>
            <a:ext cx="387236" cy="38723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08EA88FE-3AC6-0632-0502-BC2E4AA67CFB}"/>
              </a:ext>
            </a:extLst>
          </p:cNvPr>
          <p:cNvSpPr/>
          <p:nvPr/>
        </p:nvSpPr>
        <p:spPr>
          <a:xfrm rot="21173924">
            <a:off x="9029253" y="30710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DBF01E0B-9B22-5AC8-C115-AEDF03BFCC7B}"/>
              </a:ext>
            </a:extLst>
          </p:cNvPr>
          <p:cNvSpPr/>
          <p:nvPr/>
        </p:nvSpPr>
        <p:spPr>
          <a:xfrm rot="21173924">
            <a:off x="9385862" y="2993000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3118906-FA1F-265B-AE6F-CE4F0311FCFA}"/>
              </a:ext>
            </a:extLst>
          </p:cNvPr>
          <p:cNvSpPr/>
          <p:nvPr/>
        </p:nvSpPr>
        <p:spPr>
          <a:xfrm rot="21173924">
            <a:off x="9741586" y="3027747"/>
            <a:ext cx="96124" cy="857250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pic>
        <p:nvPicPr>
          <p:cNvPr id="1037" name="Picture 13" descr="57,400+ Sun Clipart Stock Illustrations, Royalty-Free Vector Graphics &amp; Clip  Art - iStock | Summer sun clipart">
            <a:extLst>
              <a:ext uri="{FF2B5EF4-FFF2-40B4-BE49-F238E27FC236}">
                <a16:creationId xmlns:a16="http://schemas.microsoft.com/office/drawing/2014/main" id="{F2E17BE7-8AB9-98C1-27AD-FB4D4303331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396" t="7399" r="9617" b="6153"/>
          <a:stretch/>
        </p:blipFill>
        <p:spPr bwMode="auto">
          <a:xfrm>
            <a:off x="0" y="323850"/>
            <a:ext cx="1724025" cy="1762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0A80EAA-E601-E234-3D88-755CD2D836A4}"/>
              </a:ext>
            </a:extLst>
          </p:cNvPr>
          <p:cNvSpPr txBox="1"/>
          <p:nvPr/>
        </p:nvSpPr>
        <p:spPr>
          <a:xfrm>
            <a:off x="179945" y="5216812"/>
            <a:ext cx="5835092" cy="8925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2800" dirty="0"/>
              <a:t>Hello! Tell us a bit about yourselves</a:t>
            </a:r>
          </a:p>
          <a:p>
            <a:r>
              <a:rPr lang="en-AU" sz="2400" dirty="0"/>
              <a:t>Mentimeter: </a:t>
            </a:r>
            <a:r>
              <a:rPr lang="en-AU" sz="2400" b="1" dirty="0"/>
              <a:t>6816 7308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437F3CE-FB76-596E-54AF-E760ECCDE497}"/>
              </a:ext>
            </a:extLst>
          </p:cNvPr>
          <p:cNvSpPr txBox="1"/>
          <p:nvPr/>
        </p:nvSpPr>
        <p:spPr>
          <a:xfrm>
            <a:off x="3540403" y="3616945"/>
            <a:ext cx="494926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Charlotte Patterson, QUT</a:t>
            </a:r>
          </a:p>
          <a:p>
            <a:pPr algn="ctr"/>
            <a:r>
              <a:rPr lang="en-AU" dirty="0"/>
              <a:t>Scott Forrest, QUT, CSIRO</a:t>
            </a:r>
          </a:p>
        </p:txBody>
      </p:sp>
      <p:sp>
        <p:nvSpPr>
          <p:cNvPr id="16" name="Date Placeholder 15">
            <a:extLst>
              <a:ext uri="{FF2B5EF4-FFF2-40B4-BE49-F238E27FC236}">
                <a16:creationId xmlns:a16="http://schemas.microsoft.com/office/drawing/2014/main" id="{A97BDB3D-EB94-8E51-D39A-047F2B5214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693093-B941-4D33-A520-90F924C7D12F}" type="datetime1">
              <a:rPr lang="en-AU" smtClean="0"/>
              <a:t>8/06/2025</a:t>
            </a:fld>
            <a:endParaRPr lang="en-AU"/>
          </a:p>
        </p:txBody>
      </p:sp>
      <p:sp>
        <p:nvSpPr>
          <p:cNvPr id="17" name="Footer Placeholder 16">
            <a:extLst>
              <a:ext uri="{FF2B5EF4-FFF2-40B4-BE49-F238E27FC236}">
                <a16:creationId xmlns:a16="http://schemas.microsoft.com/office/drawing/2014/main" id="{3EB8E21E-BB2E-48CD-204D-41260EBC2F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710D9C06-8470-9815-41C2-FE025C9BC0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</a:t>
            </a:fld>
            <a:endParaRPr lang="en-AU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7E758282-ECEA-61C5-8AC1-08A06151FC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507" y="3624089"/>
            <a:ext cx="1697282" cy="1697282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4684384B-0AB0-ADF4-C9AB-1F922AD9F4D6}"/>
              </a:ext>
            </a:extLst>
          </p:cNvPr>
          <p:cNvSpPr txBox="1"/>
          <p:nvPr/>
        </p:nvSpPr>
        <p:spPr>
          <a:xfrm>
            <a:off x="7059441" y="443741"/>
            <a:ext cx="609750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dirty="0">
                <a:hlinkClick r:id="rId6"/>
              </a:rPr>
              <a:t>https://github.com/patch105/ICCB_koala_sdm</a:t>
            </a:r>
            <a:r>
              <a:rPr lang="en-AU" dirty="0"/>
              <a:t>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5697DEA-77F3-67BA-FDFF-36D4795D8089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10604" y="355975"/>
            <a:ext cx="657890" cy="61919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24324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605680-2435-2AA8-E4CF-F95DB68D80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5DA28D-11BD-8C50-95D4-513079D84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2670DCB-1E22-CBD6-F002-234561D80E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3D84D9-0224-9D57-0D21-B5C304B141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AF21E8-9EC0-EFB6-2397-49BB08D61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</a:t>
            </a:fld>
            <a:endParaRPr lang="en-AU"/>
          </a:p>
        </p:txBody>
      </p:sp>
      <p:pic>
        <p:nvPicPr>
          <p:cNvPr id="7" name="Picture 4" descr="DMRC Indigenous Research Seminar - Digital Media Research Centre">
            <a:extLst>
              <a:ext uri="{FF2B5EF4-FFF2-40B4-BE49-F238E27FC236}">
                <a16:creationId xmlns:a16="http://schemas.microsoft.com/office/drawing/2014/main" id="{48B380A4-A5BD-A1C1-7828-ADD12CF0A93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614" b="11614"/>
          <a:stretch/>
        </p:blipFill>
        <p:spPr bwMode="auto">
          <a:xfrm>
            <a:off x="0" y="0"/>
            <a:ext cx="12192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>
            <a:extLst>
              <a:ext uri="{FF2B5EF4-FFF2-40B4-BE49-F238E27FC236}">
                <a16:creationId xmlns:a16="http://schemas.microsoft.com/office/drawing/2014/main" id="{AB095E39-5313-D366-0A62-8DE205586E2D}"/>
              </a:ext>
            </a:extLst>
          </p:cNvPr>
          <p:cNvSpPr txBox="1">
            <a:spLocks/>
          </p:cNvSpPr>
          <p:nvPr/>
        </p:nvSpPr>
        <p:spPr>
          <a:xfrm>
            <a:off x="604520" y="4019550"/>
            <a:ext cx="10515600" cy="73501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Acknowledgement of Traditional Owners</a:t>
            </a:r>
            <a:endParaRPr lang="en-AU" dirty="0">
              <a:solidFill>
                <a:schemeClr val="bg1"/>
              </a:solidFill>
              <a:latin typeface="Abadi" panose="020B0604020202020204" pitchFamily="34" charset="0"/>
            </a:endParaRP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8B18E7E0-659B-2F0F-31EC-4D59AD357C1C}"/>
              </a:ext>
            </a:extLst>
          </p:cNvPr>
          <p:cNvSpPr txBox="1">
            <a:spLocks/>
          </p:cNvSpPr>
          <p:nvPr/>
        </p:nvSpPr>
        <p:spPr>
          <a:xfrm>
            <a:off x="604520" y="5119688"/>
            <a:ext cx="10515600" cy="138223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QUT – Turrbal and Yugara</a:t>
            </a:r>
          </a:p>
          <a:p>
            <a:r>
              <a:rPr lang="en-NZ" dirty="0">
                <a:solidFill>
                  <a:schemeClr val="bg1"/>
                </a:solidFill>
                <a:latin typeface="Abadi" panose="020B0604020202020204" pitchFamily="34" charset="0"/>
              </a:rPr>
              <a:t>Lands on which data were collected</a:t>
            </a:r>
          </a:p>
        </p:txBody>
      </p:sp>
    </p:spTree>
    <p:extLst>
      <p:ext uri="{BB962C8B-B14F-4D97-AF65-F5344CB8AC3E}">
        <p14:creationId xmlns:p14="http://schemas.microsoft.com/office/powerpoint/2010/main" val="9576415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AC8C758-1F79-2CCB-72B2-FC746025B3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pic>
        <p:nvPicPr>
          <p:cNvPr id="5" name="Content Placeholder 4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66C23EC4-E8F3-96C9-586A-6DFA355DA1F8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61" r="10468" b="26481"/>
          <a:stretch/>
        </p:blipFill>
        <p:spPr>
          <a:xfrm>
            <a:off x="7708458" y="2183225"/>
            <a:ext cx="2760184" cy="269403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64DCADF-2770-9359-A949-C05A10927C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358" y="2280038"/>
            <a:ext cx="2597217" cy="25972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4AD132-AB46-DED6-DFF3-BF93342C2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F0126-3103-45E5-B43E-E79CFCADA139}" type="datetime1">
              <a:rPr lang="en-AU" smtClean="0"/>
              <a:t>8/06/2025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3B337D3-725B-3084-41CB-3BD4B5C048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6B27D5-A248-084A-957E-7EAD3CCB47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A6C681-2672-8A2B-5EF8-BB27A2CDB5EF}"/>
              </a:ext>
            </a:extLst>
          </p:cNvPr>
          <p:cNvPicPr>
            <a:picLocks noChangeAspect="1"/>
          </p:cNvPicPr>
          <p:nvPr/>
        </p:nvPicPr>
        <p:blipFill>
          <a:blip r:embed="rId4">
            <a:alphaModFix amt="70000"/>
          </a:blip>
          <a:stretch>
            <a:fillRect/>
          </a:stretch>
        </p:blipFill>
        <p:spPr>
          <a:xfrm>
            <a:off x="4667501" y="2280038"/>
            <a:ext cx="2694031" cy="2694031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B94F97A-4259-9044-EC65-30BB999EC190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125" b="92969" l="8556" r="92667">
                        <a14:foregroundMark x1="39333" y1="47344" x2="42111" y2="44375"/>
                        <a14:foregroundMark x1="45889" y1="42031" x2="49444" y2="38281"/>
                        <a14:foregroundMark x1="59667" y1="10625" x2="66556" y2="7031"/>
                        <a14:foregroundMark x1="66556" y1="7031" x2="66667" y2="7031"/>
                        <a14:foregroundMark x1="91667" y1="3594" x2="92667" y2="3281"/>
                        <a14:foregroundMark x1="8556" y1="92969" x2="9889" y2="895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3026133" flipH="1" flipV="1">
            <a:off x="3968432" y="3740119"/>
            <a:ext cx="1185209" cy="84281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AB02B294-6A85-4A51-B9E5-54A969FD4BAD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125" b="92969" l="8556" r="92667">
                        <a14:foregroundMark x1="39333" y1="47344" x2="42111" y2="44375"/>
                        <a14:foregroundMark x1="45889" y1="42031" x2="49444" y2="38281"/>
                        <a14:foregroundMark x1="59667" y1="10625" x2="66556" y2="7031"/>
                        <a14:foregroundMark x1="66556" y1="7031" x2="66667" y2="7031"/>
                        <a14:foregroundMark x1="91667" y1="3594" x2="92667" y2="3281"/>
                        <a14:foregroundMark x1="8556" y1="92969" x2="9889" y2="895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9082095" flipH="1">
            <a:off x="6116818" y="3695907"/>
            <a:ext cx="1345739" cy="95697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47AA4F26-9F54-8228-5CB5-167CB07CA6CB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125" b="92969" l="8556" r="92667">
                        <a14:foregroundMark x1="39333" y1="47344" x2="42111" y2="44375"/>
                        <a14:foregroundMark x1="45889" y1="42031" x2="49444" y2="38281"/>
                        <a14:foregroundMark x1="59667" y1="10625" x2="66556" y2="7031"/>
                        <a14:foregroundMark x1="66556" y1="7031" x2="66667" y2="7031"/>
                        <a14:foregroundMark x1="91667" y1="3594" x2="92667" y2="3281"/>
                        <a14:foregroundMark x1="8556" y1="92969" x2="9889" y2="895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7629943" flipH="1">
            <a:off x="6263034" y="4025571"/>
            <a:ext cx="1238196" cy="880495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E2D47A12-F1E0-7DB9-EB07-EF2EA463D32E}"/>
              </a:ext>
            </a:extLst>
          </p:cNvPr>
          <p:cNvPicPr>
            <a:picLocks noChangeAspect="1"/>
          </p:cNvPicPr>
          <p:nvPr/>
        </p:nvPicPr>
        <p:blipFill>
          <a:blip r:embed="rId5">
            <a:duotone>
              <a:schemeClr val="accent5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125" b="92969" l="8556" r="92667">
                        <a14:foregroundMark x1="39333" y1="47344" x2="42111" y2="44375"/>
                        <a14:foregroundMark x1="45889" y1="42031" x2="49444" y2="38281"/>
                        <a14:foregroundMark x1="59667" y1="10625" x2="66556" y2="7031"/>
                        <a14:foregroundMark x1="66556" y1="7031" x2="66667" y2="7031"/>
                        <a14:foregroundMark x1="91667" y1="3594" x2="92667" y2="3281"/>
                        <a14:foregroundMark x1="8556" y1="92969" x2="9889" y2="89531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 rot="11953610" flipH="1" flipV="1">
            <a:off x="3931818" y="3587511"/>
            <a:ext cx="1094516" cy="778322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A516FBA3-81CB-FD58-17CD-B263279C851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43248" y="4524344"/>
            <a:ext cx="1586676" cy="1371342"/>
          </a:xfrm>
          <a:prstGeom prst="rect">
            <a:avLst/>
          </a:prstGeom>
        </p:spPr>
      </p:pic>
      <p:pic>
        <p:nvPicPr>
          <p:cNvPr id="16" name="Picture 15" descr="A snowy mountain with people on it&#10;&#10;AI-generated content may be incorrect.">
            <a:extLst>
              <a:ext uri="{FF2B5EF4-FFF2-40B4-BE49-F238E27FC236}">
                <a16:creationId xmlns:a16="http://schemas.microsoft.com/office/drawing/2014/main" id="{DD07D99A-97AC-32AC-7821-D2C5D597C4B2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7061" y="4587719"/>
            <a:ext cx="2057014" cy="13713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3426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65FF7A-1DA2-2EEA-1E83-E5FC7F398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768E2-B4FB-D5F9-4559-84020FF0D1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Who are we?</a:t>
            </a:r>
          </a:p>
        </p:txBody>
      </p:sp>
      <p:pic>
        <p:nvPicPr>
          <p:cNvPr id="5" name="Content Placeholder 4" descr="A person smiling at the camera&#10;&#10;AI-generated content may be incorrect.">
            <a:extLst>
              <a:ext uri="{FF2B5EF4-FFF2-40B4-BE49-F238E27FC236}">
                <a16:creationId xmlns:a16="http://schemas.microsoft.com/office/drawing/2014/main" id="{88F5DC24-A784-699A-8E70-E347CE43BF6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261" r="10468" b="26481"/>
          <a:stretch/>
        </p:blipFill>
        <p:spPr>
          <a:xfrm>
            <a:off x="7708458" y="2183225"/>
            <a:ext cx="2760184" cy="2694030"/>
          </a:xfr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87BA6C21-7A2A-B04E-A998-2DC41357A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3358" y="2280038"/>
            <a:ext cx="2597217" cy="2597217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ABB4E6F-B9CF-BB1E-A6D4-B093862C1B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6F0126-3103-45E5-B43E-E79CFCADA139}" type="datetime1">
              <a:rPr lang="en-AU" smtClean="0"/>
              <a:t>8/06/2025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E40D83B-32C0-D600-B8A4-708578A1A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AE6D69-87BC-40B9-20EB-684D58D4AA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</a:t>
            </a:fld>
            <a:endParaRPr lang="en-AU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6C225FB-AE9A-9589-3C2B-B7D255EBE1E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248" y="4160094"/>
            <a:ext cx="2008122" cy="1735592"/>
          </a:xfrm>
          <a:prstGeom prst="rect">
            <a:avLst/>
          </a:prstGeom>
        </p:spPr>
      </p:pic>
      <p:pic>
        <p:nvPicPr>
          <p:cNvPr id="16" name="Picture 15" descr="A snowy mountain with people on it&#10;&#10;AI-generated content may be incorrect.">
            <a:extLst>
              <a:ext uri="{FF2B5EF4-FFF2-40B4-BE49-F238E27FC236}">
                <a16:creationId xmlns:a16="http://schemas.microsoft.com/office/drawing/2014/main" id="{45339067-0713-7E2E-F4FA-982EE8BD96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01691" y="4587718"/>
            <a:ext cx="2442384" cy="16282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58901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B7307CF-8F21-5A36-8470-E87614E35B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45B662-C951-A00A-23CE-FE7901628C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F03CC5-20D7-0F6E-8044-3C5FBF71F2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5</a:t>
            </a:fld>
            <a:endParaRPr lang="en-AU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A515FB7D-BEB9-52EB-DFA6-352956849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Who are you?</a:t>
            </a:r>
          </a:p>
        </p:txBody>
      </p:sp>
    </p:spTree>
    <p:extLst>
      <p:ext uri="{BB962C8B-B14F-4D97-AF65-F5344CB8AC3E}">
        <p14:creationId xmlns:p14="http://schemas.microsoft.com/office/powerpoint/2010/main" val="22807591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eader image for ICCB 2025">
            <a:extLst>
              <a:ext uri="{FF2B5EF4-FFF2-40B4-BE49-F238E27FC236}">
                <a16:creationId xmlns:a16="http://schemas.microsoft.com/office/drawing/2014/main" id="{25FF1D0D-3284-2700-960B-8A4FF3DDAD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12192000" cy="1925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199C56-CB43-8B1F-B8B1-A71DA2CF89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085975"/>
            <a:ext cx="10515600" cy="1281113"/>
          </a:xfrm>
        </p:spPr>
        <p:txBody>
          <a:bodyPr>
            <a:normAutofit/>
          </a:bodyPr>
          <a:lstStyle/>
          <a:p>
            <a:r>
              <a:rPr lang="en-AU" sz="3600" dirty="0"/>
              <a:t>Open-source geospatial tools for conservation under climate change - A Koala case study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3277742-5251-FB1C-CFD7-4DCB533395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9C77D14-DC37-C0F9-DB1C-F7BC8E4A3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B4ABAD-7160-2B0C-980E-EE8E23C1CF0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6</a:t>
            </a:fld>
            <a:endParaRPr lang="en-AU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632C02D6-D4BB-8E9D-D69F-C0646E44EE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09050801"/>
              </p:ext>
            </p:extLst>
          </p:nvPr>
        </p:nvGraphicFramePr>
        <p:xfrm>
          <a:off x="538162" y="3529014"/>
          <a:ext cx="11115675" cy="2347911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23135">
                  <a:extLst>
                    <a:ext uri="{9D8B030D-6E8A-4147-A177-3AD203B41FA5}">
                      <a16:colId xmlns:a16="http://schemas.microsoft.com/office/drawing/2014/main" val="3997745817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2619779382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3805414486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951778158"/>
                    </a:ext>
                  </a:extLst>
                </a:gridCol>
                <a:gridCol w="2223135">
                  <a:extLst>
                    <a:ext uri="{9D8B030D-6E8A-4147-A177-3AD203B41FA5}">
                      <a16:colId xmlns:a16="http://schemas.microsoft.com/office/drawing/2014/main" val="4082001275"/>
                    </a:ext>
                  </a:extLst>
                </a:gridCol>
              </a:tblGrid>
              <a:tr h="527377">
                <a:tc>
                  <a:txBody>
                    <a:bodyPr/>
                    <a:lstStyle/>
                    <a:p>
                      <a:r>
                        <a:rPr lang="en-AU" dirty="0"/>
                        <a:t>Session 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Session 5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59864431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dirty="0"/>
                        <a:t>Intro to geospatial data and tools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Downscaled climate projections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Koala SDMs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Spatial conservation planning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dirty="0"/>
                        <a:t>Making maps with QGIS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8999135"/>
                  </a:ext>
                </a:extLst>
              </a:tr>
              <a:tr h="910267">
                <a:tc>
                  <a:txBody>
                    <a:bodyPr/>
                    <a:lstStyle/>
                    <a:p>
                      <a:r>
                        <a:rPr lang="en-AU" sz="1400" dirty="0"/>
                        <a:t>Jason Flower, Mitch Rudge, Catherine Kim, EcoCommons team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Ralph Trancoso, Sarah Chapman, Rohan Eccles</a:t>
                      </a:r>
                      <a:endParaRPr lang="en-AU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Charlotte Patterson, Scott Forrest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Brooke Williams, Caitie Kuemple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AU" sz="1400" dirty="0"/>
                        <a:t>Emma Hain, Nyall Dawson, Jason Flower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74253031"/>
                  </a:ext>
                </a:extLst>
              </a:tr>
            </a:tbl>
          </a:graphicData>
        </a:graphic>
      </p:graphicFrame>
      <p:sp>
        <p:nvSpPr>
          <p:cNvPr id="9" name="Rectangle 8">
            <a:extLst>
              <a:ext uri="{FF2B5EF4-FFF2-40B4-BE49-F238E27FC236}">
                <a16:creationId xmlns:a16="http://schemas.microsoft.com/office/drawing/2014/main" id="{0954C3EC-1CD2-8F3C-77DC-A3E6E1077B21}"/>
              </a:ext>
            </a:extLst>
          </p:cNvPr>
          <p:cNvSpPr/>
          <p:nvPr/>
        </p:nvSpPr>
        <p:spPr>
          <a:xfrm>
            <a:off x="4933949" y="3489324"/>
            <a:ext cx="2311401" cy="2413001"/>
          </a:xfrm>
          <a:prstGeom prst="rect">
            <a:avLst/>
          </a:prstGeom>
          <a:noFill/>
          <a:ln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41414199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D54119-3186-C60A-7ED1-6BFB8465EB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08B9B5-8D56-7E22-DC7D-3588E8A95D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How will this workshop run?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067EC3-A3BD-296C-7F49-B08805173E1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44675"/>
            <a:ext cx="10515600" cy="4351338"/>
          </a:xfrm>
        </p:spPr>
        <p:txBody>
          <a:bodyPr>
            <a:normAutofit lnSpcReduction="10000"/>
          </a:bodyPr>
          <a:lstStyle/>
          <a:p>
            <a:r>
              <a:rPr lang="en-AU" dirty="0"/>
              <a:t>Workshop outline</a:t>
            </a:r>
          </a:p>
          <a:p>
            <a:pPr lvl="1"/>
            <a:r>
              <a:rPr lang="en-AU" dirty="0"/>
              <a:t>Intro to SDMs</a:t>
            </a:r>
          </a:p>
          <a:p>
            <a:pPr lvl="1"/>
            <a:r>
              <a:rPr lang="en-AU" dirty="0"/>
              <a:t>How to access the data/environmental layers</a:t>
            </a:r>
          </a:p>
          <a:p>
            <a:pPr lvl="1"/>
            <a:r>
              <a:rPr lang="en-AU" dirty="0"/>
              <a:t>Climate projections</a:t>
            </a:r>
          </a:p>
          <a:p>
            <a:pPr lvl="1"/>
            <a:r>
              <a:rPr lang="en-AU" dirty="0"/>
              <a:t>(Some) Koala ecology </a:t>
            </a:r>
          </a:p>
          <a:p>
            <a:pPr lvl="1"/>
            <a:r>
              <a:rPr lang="en-AU" dirty="0"/>
              <a:t>Coded example (interspersed throughout)</a:t>
            </a:r>
          </a:p>
          <a:p>
            <a:pPr lvl="2"/>
            <a:r>
              <a:rPr lang="en-AU" dirty="0"/>
              <a:t>Downloading data (koala records/environmental layers)</a:t>
            </a:r>
          </a:p>
          <a:p>
            <a:pPr lvl="2"/>
            <a:r>
              <a:rPr lang="en-AU" dirty="0"/>
              <a:t>Environmental variable selection</a:t>
            </a:r>
          </a:p>
          <a:p>
            <a:pPr lvl="2"/>
            <a:r>
              <a:rPr lang="en-AU" dirty="0"/>
              <a:t>Background sampling</a:t>
            </a:r>
          </a:p>
          <a:p>
            <a:pPr lvl="2"/>
            <a:r>
              <a:rPr lang="en-AU" dirty="0"/>
              <a:t>Modelling</a:t>
            </a:r>
          </a:p>
          <a:p>
            <a:pPr lvl="2"/>
            <a:r>
              <a:rPr lang="en-AU" dirty="0"/>
              <a:t>Prediction</a:t>
            </a:r>
          </a:p>
          <a:p>
            <a:pPr lvl="2"/>
            <a:r>
              <a:rPr lang="en-AU" dirty="0"/>
              <a:t>Validation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9580B5-9483-FD5F-1580-0061BF1199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B66ED2-BA27-44C0-956F-75B0CE6030F8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1B89E93-5D6A-25CB-B657-88DDB24CC5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4ABA1E-2C4A-EE81-DDB8-0AE03E1097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3716017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A1460D-30C3-6698-5507-C5B3EA6476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73AC52-D523-8E5D-791D-C16FB87EED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What are we hoping you’ll get out of it?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359941-A03B-A00C-51E3-45C0C7F441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AU" dirty="0"/>
              <a:t>Overview of SDMs</a:t>
            </a:r>
          </a:p>
          <a:p>
            <a:pPr lvl="1"/>
            <a:r>
              <a:rPr lang="en-AU" dirty="0"/>
              <a:t>When they might be useful</a:t>
            </a:r>
          </a:p>
          <a:p>
            <a:r>
              <a:rPr lang="en-AU" dirty="0"/>
              <a:t>Some steps to prepare data and environmental layers</a:t>
            </a:r>
          </a:p>
          <a:p>
            <a:r>
              <a:rPr lang="en-AU" dirty="0"/>
              <a:t>Brief overview of methods, model fitting, prediction and validation </a:t>
            </a:r>
          </a:p>
          <a:p>
            <a:r>
              <a:rPr lang="en-AU" dirty="0"/>
              <a:t>Insight into some key considerations when developing models based on our experience and best-practice</a:t>
            </a:r>
          </a:p>
          <a:p>
            <a:r>
              <a:rPr lang="en-AU" dirty="0"/>
              <a:t>Resources to continue the journey</a:t>
            </a:r>
          </a:p>
          <a:p>
            <a:endParaRPr lang="en-AU" dirty="0"/>
          </a:p>
          <a:p>
            <a:pPr marL="0" indent="0">
              <a:buNone/>
            </a:pPr>
            <a:r>
              <a:rPr lang="en-AU" dirty="0"/>
              <a:t>         Flag spots where careful thought is needed for your SDM application</a:t>
            </a:r>
          </a:p>
          <a:p>
            <a:pPr marL="0" indent="0">
              <a:buNone/>
            </a:pPr>
            <a:r>
              <a:rPr lang="en-AU" dirty="0"/>
              <a:t>         Highlight key messages</a:t>
            </a:r>
          </a:p>
          <a:p>
            <a:endParaRPr lang="en-AU" dirty="0"/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  <a:p>
            <a:pPr lvl="1"/>
            <a:endParaRPr lang="en-AU" dirty="0"/>
          </a:p>
          <a:p>
            <a:pPr lvl="1"/>
            <a:endParaRPr lang="en-AU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A1362F21-E322-8DCD-C83E-7FDAC13B35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03425" y="5065565"/>
            <a:ext cx="429285" cy="429285"/>
          </a:xfrm>
          <a:prstGeom prst="rect">
            <a:avLst/>
          </a:prstGeom>
        </p:spPr>
      </p:pic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0E66BC1-8501-4EAC-10ED-26AE40EEDE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5F9D0F-3388-4935-A4B6-5A453E6ED4F8}" type="datetime1">
              <a:rPr lang="en-AU" smtClean="0"/>
              <a:t>8/06/2025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4C49D63-371D-1D25-2E8A-9FC1079EFA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60DFB6-74A4-15E7-5B14-8B5FF9221C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8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74E3432-3A00-5F18-7577-A2AD60B668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4611" y="5462451"/>
            <a:ext cx="746911" cy="7469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309646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26660A-6ECB-2C03-2F4B-F3F3E94D00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B595C0E-3B7B-CEE3-81B6-41841B2EB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B47A87-ECBE-744E-E5AE-4A5982C23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9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238D116-C14E-0A75-4016-6D68B692B1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Take home message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859FF239-7731-BFE4-1879-BC05584809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sz="2400" dirty="0"/>
              <a:t>Modelling is often more art than science. There are many ways to model species, none of them the ‘right way’. Some can, however, be more appropriate for a study question or species. 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make many decisions along the way and need to be transparent and clear about these decisions.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also need to spend time understanding and communicating the effect of our decisions.</a:t>
            </a:r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6109838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8D028E-EA36-DEAB-D8CA-6B389370D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2FE74C-5925-E75A-407B-2E22EA6CB1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5C2B7C5-F019-663B-8EA2-AF60612A3D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12085E-B7D5-3462-1F29-EA7338438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10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32688555-C5E9-B2F4-F78C-852172611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An SDM workflow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EDCF448-6249-C744-6E28-3A831764CA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lvl="2"/>
            <a:r>
              <a:rPr lang="en-AU" dirty="0"/>
              <a:t>Environmental variable selection</a:t>
            </a:r>
          </a:p>
          <a:p>
            <a:pPr lvl="2"/>
            <a:r>
              <a:rPr lang="en-AU" dirty="0"/>
              <a:t>Background sampling</a:t>
            </a:r>
          </a:p>
          <a:p>
            <a:pPr lvl="2"/>
            <a:r>
              <a:rPr lang="en-AU" dirty="0"/>
              <a:t>Modelling</a:t>
            </a:r>
          </a:p>
          <a:p>
            <a:pPr lvl="2"/>
            <a:r>
              <a:rPr lang="en-AU" dirty="0"/>
              <a:t>Prediction</a:t>
            </a:r>
          </a:p>
          <a:p>
            <a:pPr lvl="2"/>
            <a:r>
              <a:rPr lang="en-AU" dirty="0"/>
              <a:t>Validation</a:t>
            </a:r>
          </a:p>
          <a:p>
            <a:pPr marL="0" indent="0">
              <a:buNone/>
            </a:pP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39915685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221F8E-7ADB-78E8-406A-786B8B72DD4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D74400-B7E5-D7E2-89CF-ACDF6D245C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987544-F654-24F9-F2D6-5BC81CC46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E82B33-D139-B9F0-1886-50762B618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11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B962E40-CF94-F65A-D779-8F06294E27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We’ll be doing it based on the </a:t>
            </a:r>
            <a:r>
              <a:rPr lang="en-AU" dirty="0" err="1"/>
              <a:t>flexsdm</a:t>
            </a:r>
            <a:r>
              <a:rPr lang="en-AU" dirty="0"/>
              <a:t> package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C09A3601-780A-11DE-4E77-DC88D63B30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i="1" dirty="0"/>
              <a:t>Other options out there: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/>
              <a:t>Have pic of </a:t>
            </a:r>
            <a:r>
              <a:rPr lang="en-AU" dirty="0" err="1"/>
              <a:t>flexsdm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185513569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E069B7-30DF-647B-C0D8-7C51500F01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B790A4D-50FF-1253-1551-5BCB378406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428496"/>
            <a:ext cx="10515600" cy="1325563"/>
          </a:xfrm>
        </p:spPr>
        <p:txBody>
          <a:bodyPr/>
          <a:lstStyle/>
          <a:p>
            <a:r>
              <a:rPr lang="en-AU" dirty="0"/>
              <a:t>The SDM question: Where are species and why are they distributed as they are?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7BF1BB-BDB8-1E26-D07D-3A357E6C46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28" y="1754059"/>
            <a:ext cx="12376087" cy="4266682"/>
          </a:xfrm>
        </p:spPr>
        <p:txBody>
          <a:bodyPr/>
          <a:lstStyle/>
          <a:p>
            <a:pPr marL="0" indent="0">
              <a:buNone/>
            </a:pPr>
            <a:r>
              <a:rPr lang="en-AU" i="1" dirty="0"/>
              <a:t>Ecological Niche Models; Habitat Suitability Models; Climate Envelope Models</a:t>
            </a:r>
          </a:p>
          <a:p>
            <a:endParaRPr lang="en-AU" i="1" dirty="0"/>
          </a:p>
          <a:p>
            <a:pPr marL="0" indent="0">
              <a:buNone/>
            </a:pPr>
            <a:endParaRPr lang="en-AU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E42EC7-FAE9-0998-56CA-51B8E475E0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307946-D840-4E95-856F-0C8C37803CB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046427-F555-D915-BBBA-FF3EEDEF27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14FD137-AB7F-0E03-8D01-9F4BD8698F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12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E0AE89A-723B-9B05-CC57-0F18ECF0648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16587" y="2424018"/>
            <a:ext cx="4758825" cy="3433763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7CBDFD2-B823-78D5-CFB8-A5BD8E000B5C}"/>
              </a:ext>
            </a:extLst>
          </p:cNvPr>
          <p:cNvSpPr txBox="1"/>
          <p:nvPr/>
        </p:nvSpPr>
        <p:spPr>
          <a:xfrm>
            <a:off x="3422210" y="3748133"/>
            <a:ext cx="5359652" cy="950614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endParaRPr lang="en-AU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08FE06-605D-DC49-2DCB-84D02E69D44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8200" y="3429000"/>
            <a:ext cx="1485900" cy="1581150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9777C44-B234-4F6A-AB09-860581A8CBF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337792" y="3456159"/>
            <a:ext cx="2016008" cy="161023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26B85BEB-64DA-B51D-DBD5-98ED7C3CF586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 err="1"/>
              <a:t>Guisan</a:t>
            </a:r>
            <a:r>
              <a:rPr lang="en-AU" sz="1400" dirty="0"/>
              <a:t> et al. (2017) </a:t>
            </a:r>
          </a:p>
        </p:txBody>
      </p:sp>
    </p:spTree>
    <p:extLst>
      <p:ext uri="{BB962C8B-B14F-4D97-AF65-F5344CB8AC3E}">
        <p14:creationId xmlns:p14="http://schemas.microsoft.com/office/powerpoint/2010/main" val="650166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5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348427F1-0F70-5406-8CC4-5CD2E5D5F1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51447" y="2689059"/>
            <a:ext cx="3829050" cy="1990725"/>
          </a:xfr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41BED8-1258-94B8-D0CA-33FA36C04F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F031BE-76DF-4EAC-D084-93A6180B5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 dirty="0"/>
              <a:t>Geospatial Share - Koala SDMs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4386D-58B5-48C2-4FAB-62ABC2D97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13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7AC633D8-A874-FE7E-AF2E-7FD697417410}"/>
              </a:ext>
            </a:extLst>
          </p:cNvPr>
          <p:cNvSpPr txBox="1">
            <a:spLocks/>
          </p:cNvSpPr>
          <p:nvPr/>
        </p:nvSpPr>
        <p:spPr>
          <a:xfrm>
            <a:off x="847253" y="42849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AU" dirty="0"/>
              <a:t>The SDM question: Where are species and why are they distributed as they are? 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55CFE81F-ADFE-6746-BDC1-391D6C073D0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8021" y="2050981"/>
            <a:ext cx="6154832" cy="4092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DAB61E81-F1E4-8ADE-A95C-0C69732D9CEC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 err="1"/>
              <a:t>Guisan</a:t>
            </a:r>
            <a:r>
              <a:rPr lang="en-AU" sz="1400" dirty="0"/>
              <a:t> et al. (2017)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FBA6EEB-FF6F-7FA5-293B-8A1801015B15}"/>
              </a:ext>
            </a:extLst>
          </p:cNvPr>
          <p:cNvSpPr txBox="1"/>
          <p:nvPr/>
        </p:nvSpPr>
        <p:spPr>
          <a:xfrm>
            <a:off x="1373109" y="4892669"/>
            <a:ext cx="3597243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Zurrell et al. (2020)</a:t>
            </a:r>
          </a:p>
        </p:txBody>
      </p:sp>
    </p:spTree>
    <p:extLst>
      <p:ext uri="{BB962C8B-B14F-4D97-AF65-F5344CB8AC3E}">
        <p14:creationId xmlns:p14="http://schemas.microsoft.com/office/powerpoint/2010/main" val="155323124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C32442-B69C-8A6B-62CA-049A394EB5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So, you think you want to make an SDM…?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3668E5-378D-733E-970D-CA878DDC72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3FFECF-D17E-8155-3AD1-F8221E62A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0393AC-412A-D5C7-E94C-6C70B61D92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14</a:t>
            </a:fld>
            <a:endParaRPr lang="en-AU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319553BA-102F-013F-7B1F-CCEB0C6581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Perhaps you want to:</a:t>
            </a:r>
          </a:p>
          <a:p>
            <a:r>
              <a:rPr lang="en-AU" dirty="0"/>
              <a:t>Predict the distribution of a threatened species (e.g., for surveys)</a:t>
            </a:r>
          </a:p>
          <a:p>
            <a:r>
              <a:rPr lang="en-AU" dirty="0"/>
              <a:t>Plan where to put a protected area</a:t>
            </a:r>
          </a:p>
          <a:p>
            <a:r>
              <a:rPr lang="en-AU" dirty="0"/>
              <a:t>Assess the risk of a new invasive species</a:t>
            </a:r>
          </a:p>
          <a:p>
            <a:r>
              <a:rPr lang="en-AU" dirty="0"/>
              <a:t>Understand better what drives the dynamics of a study species</a:t>
            </a:r>
          </a:p>
        </p:txBody>
      </p:sp>
    </p:spTree>
    <p:extLst>
      <p:ext uri="{BB962C8B-B14F-4D97-AF65-F5344CB8AC3E}">
        <p14:creationId xmlns:p14="http://schemas.microsoft.com/office/powerpoint/2010/main" val="8148735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8288EA-3C1F-4E08-90D0-17791AD960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6988B-5A36-AE17-FE89-98A61312B1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Koala (</a:t>
            </a:r>
            <a:r>
              <a:rPr lang="en-AU" i="1" dirty="0"/>
              <a:t>Phascolarctos cinereus</a:t>
            </a:r>
            <a:r>
              <a:rPr lang="en-AU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16D06F-00F0-6312-71EF-43B7576D093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8475" cy="4351338"/>
          </a:xfrm>
        </p:spPr>
        <p:txBody>
          <a:bodyPr/>
          <a:lstStyle/>
          <a:p>
            <a:r>
              <a:rPr lang="en-AU" dirty="0"/>
              <a:t>The word "koala" comes from the Dharug </a:t>
            </a:r>
            <a:r>
              <a:rPr lang="en-AU" i="1" dirty="0"/>
              <a:t>gula</a:t>
            </a:r>
            <a:r>
              <a:rPr lang="en-AU" dirty="0"/>
              <a:t>, meaning 'no water’</a:t>
            </a:r>
          </a:p>
          <a:p>
            <a:endParaRPr lang="en-AU" dirty="0"/>
          </a:p>
          <a:p>
            <a:r>
              <a:rPr lang="en-AU" i="1" dirty="0"/>
              <a:t>Phaskolos =</a:t>
            </a:r>
            <a:r>
              <a:rPr lang="en-AU" dirty="0"/>
              <a:t> pouch, </a:t>
            </a:r>
            <a:r>
              <a:rPr lang="en-AU" i="1" dirty="0"/>
              <a:t>arktos =</a:t>
            </a:r>
            <a:r>
              <a:rPr lang="en-AU" dirty="0"/>
              <a:t> bear (Greek)</a:t>
            </a:r>
          </a:p>
          <a:p>
            <a:r>
              <a:rPr lang="en-AU" i="1" dirty="0"/>
              <a:t>Cinereus</a:t>
            </a:r>
            <a:r>
              <a:rPr lang="en-AU" dirty="0"/>
              <a:t> = ash coloured (Latin)</a:t>
            </a:r>
          </a:p>
          <a:p>
            <a:pPr lvl="1"/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5341B9-57CB-762D-F361-890AC72B74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01FB7-1B40-4AAD-AA24-8C304C5AB33D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C3EC841-FEE5-7F0F-877D-66F2CB7872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CF2631-926D-B7F1-FF8B-9EE4CECF6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15</a:t>
            </a:fld>
            <a:endParaRPr lang="en-A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6C49FF52-4194-17DE-02C8-7593F0366406}"/>
              </a:ext>
            </a:extLst>
          </p:cNvPr>
          <p:cNvGrpSpPr/>
          <p:nvPr/>
        </p:nvGrpSpPr>
        <p:grpSpPr>
          <a:xfrm>
            <a:off x="8015716" y="1825625"/>
            <a:ext cx="3700034" cy="4087366"/>
            <a:chOff x="7968091" y="1568917"/>
            <a:chExt cx="3700034" cy="40873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307486EA-1514-7C0C-5189-727C6444CF64}"/>
                </a:ext>
              </a:extLst>
            </p:cNvPr>
            <p:cNvSpPr txBox="1"/>
            <p:nvPr/>
          </p:nvSpPr>
          <p:spPr>
            <a:xfrm>
              <a:off x="7968091" y="5225396"/>
              <a:ext cx="3700034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AU" sz="1100" b="1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Photo by DAVID ILIFF. </a:t>
              </a:r>
              <a:r>
                <a:rPr lang="en-AU" sz="1100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License: </a:t>
              </a:r>
              <a:r>
                <a:rPr lang="en-AU" sz="1100" i="0" u="none" strike="noStrike" dirty="0">
                  <a:solidFill>
                    <a:srgbClr val="3366CC"/>
                  </a:solidFill>
                  <a:effectLst/>
                  <a:latin typeface="Arial" panose="020B0604020202020204" pitchFamily="34" charset="0"/>
                  <a:hlinkClick r:id="rId2"/>
                </a:rPr>
                <a:t>https://creativecommons.org/licenses/by-sa/3.0/</a:t>
              </a:r>
              <a:endParaRPr lang="en-AU" sz="1100" dirty="0"/>
            </a:p>
          </p:txBody>
        </p:sp>
        <p:pic>
          <p:nvPicPr>
            <p:cNvPr id="4098" name="Picture 2" descr="undefined">
              <a:extLst>
                <a:ext uri="{FF2B5EF4-FFF2-40B4-BE49-F238E27FC236}">
                  <a16:creationId xmlns:a16="http://schemas.microsoft.com/office/drawing/2014/main" id="{0A5DEAFF-BFF5-80ED-BC68-90CBAD778EC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68091" y="1568917"/>
              <a:ext cx="3700034" cy="3638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887C69E6-00FA-C518-441D-3A478CDB272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4652" y="347196"/>
            <a:ext cx="1211098" cy="131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2044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D67A7A-31CB-62FC-148C-EC2288CF44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715E0FB-A6C4-A112-FEE4-E8C5662F07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AU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58AD1C-8310-212B-DFEC-2E14894C3A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9EDFED-C80C-EC92-7C26-FED18AC57A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17331C0-B51A-580C-2E72-D6D9912FF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30AC2D-8E42-E349-1BDE-C088FF5F5E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16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96B4D2C-084D-6BB0-CAD5-604AEC747BD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90"/>
            <a:ext cx="12192000" cy="68552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35645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96CFA9-8083-44F9-BF1A-3C53D0268C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5"/>
            <a:ext cx="11058053" cy="1325563"/>
          </a:xfrm>
        </p:spPr>
        <p:txBody>
          <a:bodyPr/>
          <a:lstStyle/>
          <a:p>
            <a:r>
              <a:rPr lang="en-AU" dirty="0"/>
              <a:t>Case Study: Protecting future koala habitat in South-East Queensland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9F06D96-ED4F-9671-6E83-64C1D490BD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2E3DAA-26F0-540B-A725-96BB42BBC7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43ACD3-B3AA-83BE-C744-0A00FA961D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17</a:t>
            </a:fld>
            <a:endParaRPr lang="en-AU"/>
          </a:p>
        </p:txBody>
      </p:sp>
      <p:pic>
        <p:nvPicPr>
          <p:cNvPr id="2050" name="Picture 2" descr="The state of Queensland, protected areas, and bioregions. | Download  Scientific Diagram">
            <a:extLst>
              <a:ext uri="{FF2B5EF4-FFF2-40B4-BE49-F238E27FC236}">
                <a16:creationId xmlns:a16="http://schemas.microsoft.com/office/drawing/2014/main" id="{59D1D4A2-7FEE-A547-2894-4EDB56ED36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74750" y="1634964"/>
            <a:ext cx="3388500" cy="4504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EA36095C-6B40-4099-1FED-5D2222D67A2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5830" y="1756366"/>
            <a:ext cx="4065880" cy="4261294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0BD0E69-76D5-7D40-508F-2CC015C39A3B}"/>
              </a:ext>
            </a:extLst>
          </p:cNvPr>
          <p:cNvSpPr txBox="1"/>
          <p:nvPr/>
        </p:nvSpPr>
        <p:spPr>
          <a:xfrm>
            <a:off x="9738511" y="6119336"/>
            <a:ext cx="2453489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South-East Queensland Koala Conservation Strategy, Qld Govt.</a:t>
            </a:r>
          </a:p>
        </p:txBody>
      </p:sp>
      <p:pic>
        <p:nvPicPr>
          <p:cNvPr id="13" name="Picture 5" descr="Koala - Aussie Ark | Conservation Program">
            <a:extLst>
              <a:ext uri="{FF2B5EF4-FFF2-40B4-BE49-F238E27FC236}">
                <a16:creationId xmlns:a16="http://schemas.microsoft.com/office/drawing/2014/main" id="{59553B4E-0049-D9E6-34BD-2C3D6DC5F26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763"/>
          <a:stretch/>
        </p:blipFill>
        <p:spPr bwMode="auto">
          <a:xfrm rot="205309">
            <a:off x="-634793" y="2200451"/>
            <a:ext cx="3075584" cy="262072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3A6D5EB3-FB05-2269-1C22-8843F18DEE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9620334">
            <a:off x="1380549" y="2636624"/>
            <a:ext cx="348728" cy="3487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9" descr="Drop PNG Images, Water, Blood Drops Clipart - Free Transparent PNG Logos">
            <a:extLst>
              <a:ext uri="{FF2B5EF4-FFF2-40B4-BE49-F238E27FC236}">
                <a16:creationId xmlns:a16="http://schemas.microsoft.com/office/drawing/2014/main" id="{F7654AEA-60B3-4023-9271-5ACC2B46ADB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048199">
            <a:off x="196430" y="3030621"/>
            <a:ext cx="371621" cy="37162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790416D3-3DB3-500B-BBB6-FB7CE9D7DE1A}"/>
              </a:ext>
            </a:extLst>
          </p:cNvPr>
          <p:cNvSpPr/>
          <p:nvPr/>
        </p:nvSpPr>
        <p:spPr>
          <a:xfrm rot="21173924">
            <a:off x="568292" y="1685555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98EF7D8F-E0CF-7213-D921-4CFD72B51997}"/>
              </a:ext>
            </a:extLst>
          </p:cNvPr>
          <p:cNvSpPr/>
          <p:nvPr/>
        </p:nvSpPr>
        <p:spPr>
          <a:xfrm rot="21173924">
            <a:off x="924901" y="1607508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B4DCA92-C95B-9BC4-103C-3F3CA308E23A}"/>
              </a:ext>
            </a:extLst>
          </p:cNvPr>
          <p:cNvSpPr/>
          <p:nvPr/>
        </p:nvSpPr>
        <p:spPr>
          <a:xfrm rot="21173924">
            <a:off x="1280625" y="1642255"/>
            <a:ext cx="86090" cy="822681"/>
          </a:xfrm>
          <a:custGeom>
            <a:avLst/>
            <a:gdLst>
              <a:gd name="connsiteX0" fmla="*/ 29021 w 96124"/>
              <a:gd name="connsiteY0" fmla="*/ 857250 h 857250"/>
              <a:gd name="connsiteX1" fmla="*/ 95696 w 96124"/>
              <a:gd name="connsiteY1" fmla="*/ 533400 h 857250"/>
              <a:gd name="connsiteX2" fmla="*/ 446 w 96124"/>
              <a:gd name="connsiteY2" fmla="*/ 266700 h 857250"/>
              <a:gd name="connsiteX3" fmla="*/ 57596 w 96124"/>
              <a:gd name="connsiteY3" fmla="*/ 0 h 857250"/>
              <a:gd name="connsiteX4" fmla="*/ 57596 w 96124"/>
              <a:gd name="connsiteY4" fmla="*/ 0 h 857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6124" h="857250">
                <a:moveTo>
                  <a:pt x="29021" y="857250"/>
                </a:moveTo>
                <a:cubicBezTo>
                  <a:pt x="64739" y="744537"/>
                  <a:pt x="100458" y="631825"/>
                  <a:pt x="95696" y="533400"/>
                </a:cubicBezTo>
                <a:cubicBezTo>
                  <a:pt x="90934" y="434975"/>
                  <a:pt x="6796" y="355600"/>
                  <a:pt x="446" y="266700"/>
                </a:cubicBezTo>
                <a:cubicBezTo>
                  <a:pt x="-5904" y="177800"/>
                  <a:pt x="57596" y="0"/>
                  <a:pt x="57596" y="0"/>
                </a:cubicBezTo>
                <a:lnTo>
                  <a:pt x="57596" y="0"/>
                </a:lnTo>
              </a:path>
            </a:pathLst>
          </a:custGeom>
          <a:noFill/>
          <a:ln w="5715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307810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57E36-6B04-780B-5110-B56BA5980C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154"/>
            <a:ext cx="10515600" cy="1156534"/>
          </a:xfrm>
        </p:spPr>
        <p:txBody>
          <a:bodyPr>
            <a:normAutofit fontScale="90000"/>
          </a:bodyPr>
          <a:lstStyle/>
          <a:p>
            <a:r>
              <a:rPr lang="en-AU" dirty="0"/>
              <a:t>Conceptualisation: Some questions to ask yourself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CB7528-E92B-AE50-F708-2EA699DB4D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360CCBB-260A-3A5F-4A05-EABAC7D1FA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F123A-DDF4-C97F-2926-17EFE90DCA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18</a:t>
            </a:fld>
            <a:endParaRPr lang="en-AU"/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6FB2B7AB-38E2-B97C-046A-7A1A4AE19E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514350" indent="-514350">
              <a:buAutoNum type="arabicPeriod"/>
            </a:pPr>
            <a:r>
              <a:rPr lang="en-AU" dirty="0"/>
              <a:t>What is the aim of my model? </a:t>
            </a:r>
          </a:p>
          <a:p>
            <a:r>
              <a:rPr lang="en-AU" dirty="0"/>
              <a:t>Explanation</a:t>
            </a:r>
          </a:p>
          <a:p>
            <a:r>
              <a:rPr lang="en-AU" dirty="0"/>
              <a:t>Mapping</a:t>
            </a:r>
          </a:p>
          <a:p>
            <a:r>
              <a:rPr lang="en-AU" dirty="0"/>
              <a:t>Transfer (spatial and/or temporal)</a:t>
            </a:r>
          </a:p>
          <a:p>
            <a:pPr marL="514350" indent="-514350">
              <a:buAutoNum type="arabicPeriod"/>
            </a:pP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47101D6-BE88-0668-6076-B23B580EB344}"/>
              </a:ext>
            </a:extLst>
          </p:cNvPr>
          <p:cNvSpPr/>
          <p:nvPr/>
        </p:nvSpPr>
        <p:spPr>
          <a:xfrm>
            <a:off x="1122629" y="3367888"/>
            <a:ext cx="5173396" cy="46172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9304E90-0FC5-D836-F826-469845DF2FBE}"/>
              </a:ext>
            </a:extLst>
          </p:cNvPr>
          <p:cNvSpPr txBox="1"/>
          <p:nvPr/>
        </p:nvSpPr>
        <p:spPr>
          <a:xfrm>
            <a:off x="5942092" y="5592188"/>
            <a:ext cx="609750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Araújo et al. (2019). Standards for distribution models in biodiversity assessments. </a:t>
            </a:r>
            <a:r>
              <a:rPr lang="en-AU" sz="16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Science advances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ECDC08CC-F429-1FB1-2520-6491D8A6D4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855523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06EBA8-B1B2-DD53-0907-0572EDB7F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AB43E9-8FA6-1895-9BCD-124E4BDC10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534154"/>
            <a:ext cx="10515600" cy="1156534"/>
          </a:xfrm>
        </p:spPr>
        <p:txBody>
          <a:bodyPr>
            <a:normAutofit fontScale="90000"/>
          </a:bodyPr>
          <a:lstStyle/>
          <a:p>
            <a:r>
              <a:rPr lang="en-AU" dirty="0"/>
              <a:t>Conceptualisation: Some questions to ask yourself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A7D559-70E7-066D-C6C5-F0D1EB99C0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746CA9-BEC0-C28C-4DC2-27DA353F88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51E884-E60B-CFC9-5458-AAECCE0A32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19</a:t>
            </a:fld>
            <a:endParaRPr lang="en-AU"/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132C1BDF-9C9D-068D-B5D1-BB727A6ED65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AU" dirty="0"/>
              <a:t>2. What are my model outputs going to be used for?</a:t>
            </a:r>
          </a:p>
          <a:p>
            <a:r>
              <a:rPr lang="en-AU" dirty="0"/>
              <a:t>Testing hypotheses about a species’ ecology</a:t>
            </a:r>
          </a:p>
          <a:p>
            <a:r>
              <a:rPr lang="en-AU" dirty="0"/>
              <a:t>Spatial prioritisation for protection</a:t>
            </a:r>
          </a:p>
          <a:p>
            <a:r>
              <a:rPr lang="en-AU" dirty="0"/>
              <a:t>Choosing where to survey</a:t>
            </a:r>
          </a:p>
          <a:p>
            <a:pPr marL="0" indent="0">
              <a:buNone/>
            </a:pPr>
            <a:endParaRPr lang="en-AU" dirty="0"/>
          </a:p>
          <a:p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73D5218-EACB-1CAB-DA92-AE6ADBDD435E}"/>
              </a:ext>
            </a:extLst>
          </p:cNvPr>
          <p:cNvSpPr txBox="1"/>
          <p:nvPr/>
        </p:nvSpPr>
        <p:spPr>
          <a:xfrm>
            <a:off x="5896824" y="5345966"/>
            <a:ext cx="6097508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6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Guillera‐Arroita</a:t>
            </a:r>
            <a:r>
              <a:rPr lang="en-AU" sz="16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(2015). Is my species distribution model fit for purpose? Matching data and models to applications. </a:t>
            </a:r>
            <a:r>
              <a:rPr lang="en-AU" sz="16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Global ecology and biogeography</a:t>
            </a:r>
            <a:r>
              <a:rPr lang="en-AU" sz="1600" dirty="0">
                <a:solidFill>
                  <a:srgbClr val="222222"/>
                </a:solidFill>
                <a:latin typeface="Arial" panose="020B0604020202020204" pitchFamily="34" charset="0"/>
              </a:rPr>
              <a:t>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A4444A1-34E4-AE09-AD67-B5EFFC60421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A0498E77-9365-6FB9-AA0D-7D05A2507418}"/>
              </a:ext>
            </a:extLst>
          </p:cNvPr>
          <p:cNvSpPr/>
          <p:nvPr/>
        </p:nvSpPr>
        <p:spPr>
          <a:xfrm>
            <a:off x="1122629" y="2860894"/>
            <a:ext cx="5504508" cy="461726"/>
          </a:xfrm>
          <a:prstGeom prst="rect">
            <a:avLst/>
          </a:prstGeom>
          <a:noFill/>
          <a:ln>
            <a:solidFill>
              <a:srgbClr val="7030A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91BEE5E-2471-4AD3-7807-F3F70A746405}"/>
              </a:ext>
            </a:extLst>
          </p:cNvPr>
          <p:cNvSpPr txBox="1"/>
          <p:nvPr/>
        </p:nvSpPr>
        <p:spPr>
          <a:xfrm>
            <a:off x="514349" y="5142368"/>
            <a:ext cx="3067052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Clearly defining your model’s purpose guides your workflow 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D9A50D17-1DFD-99B8-9881-41396668B3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9774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378156-2E75-552D-9CF5-22A7DD3A09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Data  for modelling a species distribution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EEAB43-DF47-5B9B-A9FA-8893870346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Presence-only </a:t>
            </a:r>
          </a:p>
          <a:p>
            <a:pPr lvl="1"/>
            <a:r>
              <a:rPr lang="en-AU" dirty="0"/>
              <a:t>Occurrence/incidental records</a:t>
            </a:r>
          </a:p>
          <a:p>
            <a:pPr lvl="1"/>
            <a:r>
              <a:rPr lang="en-AU" dirty="0"/>
              <a:t>Citizen science databases</a:t>
            </a:r>
          </a:p>
          <a:p>
            <a:pPr marL="457200" lvl="1" indent="0">
              <a:buNone/>
            </a:pPr>
            <a:endParaRPr lang="en-AU" dirty="0"/>
          </a:p>
          <a:p>
            <a:r>
              <a:rPr lang="en-AU" dirty="0"/>
              <a:t>Presence-absence </a:t>
            </a:r>
          </a:p>
          <a:p>
            <a:pPr lvl="1"/>
            <a:r>
              <a:rPr lang="en-AU" dirty="0"/>
              <a:t>Systematic surveys</a:t>
            </a:r>
          </a:p>
          <a:p>
            <a:pPr lvl="1"/>
            <a:r>
              <a:rPr lang="en-AU" dirty="0"/>
              <a:t>Atlases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2B71929-189E-1699-DB71-384B3C13EC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540C1C-36A1-D0AF-D7DC-996B5DAD7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528F61-7B52-DF5A-BF7A-5602F4504F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20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E5DA767-6AA7-00CC-DC3B-ED0C392D87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FCC0750F-AE16-D1AD-D706-D3DA6C24A8B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9734" y="2494757"/>
            <a:ext cx="2562225" cy="25146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71852ACA-F98B-403D-7D7F-F41AC242F13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805092" y="3357041"/>
            <a:ext cx="1021919" cy="644253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FF4DDE47-BAE7-B898-14CD-19830C6E5F97}"/>
              </a:ext>
            </a:extLst>
          </p:cNvPr>
          <p:cNvSpPr txBox="1"/>
          <p:nvPr/>
        </p:nvSpPr>
        <p:spPr>
          <a:xfrm>
            <a:off x="514348" y="5142368"/>
            <a:ext cx="3351481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Your data limit what is possible with SDMs. Prioritise quality over quantity.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1585840E-F7A6-9CDB-6ABA-96C7F809EE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665617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F93DC5-C091-B5D7-7BDF-1E132F875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Study region – South East Queensland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15309A1-7837-BBB9-F013-B4EEB7A0CF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3058282" y="1501775"/>
            <a:ext cx="5095118" cy="4351338"/>
          </a:xfrm>
          <a:prstGeom prst="rect">
            <a:avLst/>
          </a:prstGeom>
        </p:spPr>
      </p:pic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BF62749-E542-3E5C-AB14-A1C2847CBC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F17BF1F-CCC5-4BC9-A7FB-982590104520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76153E4-780D-CD20-BF03-71EE9D0A1D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0C89CE-85C5-D7FE-232F-C63D18FD84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8034255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C6CCAC-2CB4-3308-9EFF-01B578491D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Koala data from the ALA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36CABC3-B6D7-9F0C-9255-B862C1B5DA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E77AF4-B6B0-36EF-5F75-BE861F33BB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B97DB6-8140-83DB-CE2C-5B2773F72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22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D0ED428F-357B-9F1A-16CB-D2B25067FE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" y="5131914"/>
            <a:ext cx="4106312" cy="590586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0569881E-7528-67FB-3821-F1382A0B3C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41" y="4157803"/>
            <a:ext cx="1596756" cy="183958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2348880-94D0-E02B-8797-DA828CD5011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9727" y="4277179"/>
            <a:ext cx="1662398" cy="800414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6D941567-C59B-17F3-7C92-0A95C282BDD4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13154" t="6231" r="13522" b="-3072"/>
          <a:stretch/>
        </p:blipFill>
        <p:spPr>
          <a:xfrm>
            <a:off x="2652498" y="1468010"/>
            <a:ext cx="4106311" cy="3346979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00D14B05-3F44-D876-F219-8A6757AAFFF5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49496" y="4675985"/>
            <a:ext cx="2767344" cy="121079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936CB34-B4B8-46B0-28E2-BC01F1419966}"/>
              </a:ext>
            </a:extLst>
          </p:cNvPr>
          <p:cNvSpPr txBox="1"/>
          <p:nvPr/>
        </p:nvSpPr>
        <p:spPr>
          <a:xfrm>
            <a:off x="8089743" y="504866"/>
            <a:ext cx="609750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200" dirty="0"/>
              <a:t>https://galah.ala.org.au/R/articles/quick_start_guide.html</a:t>
            </a:r>
          </a:p>
        </p:txBody>
      </p:sp>
    </p:spTree>
    <p:extLst>
      <p:ext uri="{BB962C8B-B14F-4D97-AF65-F5344CB8AC3E}">
        <p14:creationId xmlns:p14="http://schemas.microsoft.com/office/powerpoint/2010/main" val="2186363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0B4D87-2790-22EE-9CF4-C29AA375A7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0CA5B0-4863-AF09-34BA-380BD87C3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Background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E060B8-49F7-B80D-6924-41A7DD8499D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Many ‘presence-only’ approaches rely on the selection of background or ‘pseudo-absence’ points</a:t>
            </a:r>
          </a:p>
          <a:p>
            <a:r>
              <a:rPr lang="en-AU" dirty="0"/>
              <a:t>These points are contrasted against environmental conditions where your species was found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375F994-6FBC-537D-B6C7-975225B948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8985FA-4DCE-6EB8-B5B3-24CA878C1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0EFDF2-B3AA-9105-F99B-79629FCE70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23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363896-6C1A-FC75-FC82-7A2E031BFE5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4EA0070-3DB5-2FCC-DDF1-98EC63E179F5}"/>
              </a:ext>
            </a:extLst>
          </p:cNvPr>
          <p:cNvSpPr txBox="1"/>
          <p:nvPr/>
        </p:nvSpPr>
        <p:spPr>
          <a:xfrm>
            <a:off x="299707" y="4781034"/>
            <a:ext cx="3967117" cy="1200329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Background selection is a critical step in presence-only SDMs. Choices reflect your understanding of your study species.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3CABEC4-5F94-E869-2A52-C30007550F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813" y="4753873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894170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29A511-31FD-5AC3-E0F4-0AB798BC87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Environmental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E95C65-1136-8AB4-7DA3-2CCD01A033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903712"/>
          </a:xfrm>
        </p:spPr>
        <p:txBody>
          <a:bodyPr/>
          <a:lstStyle/>
          <a:p>
            <a:r>
              <a:rPr lang="en-AU" dirty="0"/>
              <a:t>Raster data representing covariates that can be used to describe a species’ niche.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6CF71DF-2461-2FB8-8E6C-6E09C4CC85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FF59BD-F251-EDB8-DF34-9C1766B1E2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5198F21-42E1-D057-15D4-3F330E61C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24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FE0E05D4-5447-EB87-DFDB-DD00AA883D1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945A26B9-B377-E385-459E-E4442C5A1D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04155" y="2729337"/>
            <a:ext cx="3028950" cy="280035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6330B59-EA5B-522F-35EC-957EF977E2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922378" y="2615037"/>
            <a:ext cx="3028950" cy="3028950"/>
          </a:xfrm>
          <a:prstGeom prst="rect">
            <a:avLst/>
          </a:prstGeom>
        </p:spPr>
      </p:pic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A3503715-9AD5-22D1-0DAF-819CFB5711BC}"/>
              </a:ext>
            </a:extLst>
          </p:cNvPr>
          <p:cNvSpPr txBox="1">
            <a:spLocks/>
          </p:cNvSpPr>
          <p:nvPr/>
        </p:nvSpPr>
        <p:spPr>
          <a:xfrm>
            <a:off x="838200" y="3187275"/>
            <a:ext cx="4784002" cy="2552622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AU" dirty="0"/>
              <a:t>Common examples are:</a:t>
            </a:r>
          </a:p>
          <a:p>
            <a:pPr lvl="1"/>
            <a:r>
              <a:rPr lang="en-AU" dirty="0"/>
              <a:t> ‘Bioclim’ variables related to temperature and precipitation</a:t>
            </a:r>
          </a:p>
          <a:p>
            <a:pPr lvl="1"/>
            <a:r>
              <a:rPr lang="en-AU" dirty="0"/>
              <a:t>Topographic variables like elevation</a:t>
            </a:r>
          </a:p>
          <a:p>
            <a:pPr lvl="1"/>
            <a:r>
              <a:rPr lang="en-AU" dirty="0"/>
              <a:t>Satellite-derived measures of vegetation</a:t>
            </a:r>
          </a:p>
        </p:txBody>
      </p:sp>
    </p:spTree>
    <p:extLst>
      <p:ext uri="{BB962C8B-B14F-4D97-AF65-F5344CB8AC3E}">
        <p14:creationId xmlns:p14="http://schemas.microsoft.com/office/powerpoint/2010/main" val="8811048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B5099EA-A475-7A15-3934-30D0B59D4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Koala (</a:t>
            </a:r>
            <a:r>
              <a:rPr lang="en-AU" i="1" dirty="0"/>
              <a:t>Phascolarctos cinereus</a:t>
            </a:r>
            <a:r>
              <a:rPr lang="en-AU" dirty="0"/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532C00-C1ED-5786-8984-240EDACC7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6848475" cy="4351338"/>
          </a:xfrm>
        </p:spPr>
        <p:txBody>
          <a:bodyPr/>
          <a:lstStyle/>
          <a:p>
            <a:r>
              <a:rPr lang="en-AU" dirty="0"/>
              <a:t>Found in open forest and woodland</a:t>
            </a:r>
          </a:p>
          <a:p>
            <a:r>
              <a:rPr lang="en-AU" dirty="0"/>
              <a:t>Dependent on specific feeding trees*</a:t>
            </a:r>
          </a:p>
          <a:p>
            <a:pPr lvl="1"/>
            <a:r>
              <a:rPr lang="en-AU" dirty="0"/>
              <a:t>~ 30 species of </a:t>
            </a:r>
            <a:r>
              <a:rPr lang="en-AU" i="1" dirty="0"/>
              <a:t>Eucalyptus</a:t>
            </a:r>
          </a:p>
          <a:p>
            <a:r>
              <a:rPr lang="en-AU" dirty="0"/>
              <a:t>Sensitive to land-use change</a:t>
            </a:r>
          </a:p>
          <a:p>
            <a:endParaRPr lang="en-AU" dirty="0"/>
          </a:p>
          <a:p>
            <a:endParaRPr lang="en-AU" dirty="0"/>
          </a:p>
          <a:p>
            <a:endParaRPr lang="en-AU" dirty="0"/>
          </a:p>
          <a:p>
            <a:pPr marL="0" indent="0">
              <a:buNone/>
            </a:pPr>
            <a:r>
              <a:rPr lang="en-AU" sz="2000" dirty="0"/>
              <a:t>*a spatial layer of these trees can be used as a </a:t>
            </a:r>
            <a:r>
              <a:rPr lang="en-AU" sz="2000" b="1" dirty="0"/>
              <a:t>mask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44DC43-AF6D-FA8E-83E2-F95A63720F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801FB7-1B40-4AAD-AA24-8C304C5AB33D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3E05FD-2126-CE4A-C5B8-716844E77C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24FBB1-E5F4-BF39-FA39-CD9CDDF2C5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25</a:t>
            </a:fld>
            <a:endParaRPr lang="en-AU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EB02A15-59A8-9427-7B65-6AAF84E603C2}"/>
              </a:ext>
            </a:extLst>
          </p:cNvPr>
          <p:cNvGrpSpPr/>
          <p:nvPr/>
        </p:nvGrpSpPr>
        <p:grpSpPr>
          <a:xfrm>
            <a:off x="8015716" y="1825625"/>
            <a:ext cx="3700034" cy="4087366"/>
            <a:chOff x="7968091" y="1568917"/>
            <a:chExt cx="3700034" cy="4087366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F03BC68-7298-09EE-3C5C-1ECBC35F9D39}"/>
                </a:ext>
              </a:extLst>
            </p:cNvPr>
            <p:cNvSpPr txBox="1"/>
            <p:nvPr/>
          </p:nvSpPr>
          <p:spPr>
            <a:xfrm>
              <a:off x="7968091" y="5225396"/>
              <a:ext cx="3700034" cy="43088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pPr algn="r"/>
              <a:r>
                <a:rPr lang="en-AU" sz="1100" b="1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Photo by DAVID ILIFF. </a:t>
              </a:r>
              <a:r>
                <a:rPr lang="en-AU" sz="1100" i="0" dirty="0">
                  <a:solidFill>
                    <a:srgbClr val="202122"/>
                  </a:solidFill>
                  <a:effectLst/>
                  <a:latin typeface="Arial" panose="020B0604020202020204" pitchFamily="34" charset="0"/>
                </a:rPr>
                <a:t>License: </a:t>
              </a:r>
              <a:r>
                <a:rPr lang="en-AU" sz="1100" i="0" u="none" strike="noStrike" dirty="0">
                  <a:solidFill>
                    <a:srgbClr val="3366CC"/>
                  </a:solidFill>
                  <a:effectLst/>
                  <a:latin typeface="Arial" panose="020B0604020202020204" pitchFamily="34" charset="0"/>
                  <a:hlinkClick r:id="rId2"/>
                </a:rPr>
                <a:t>https://creativecommons.org/licenses/by-sa/3.0/</a:t>
              </a:r>
              <a:endParaRPr lang="en-AU" sz="1100" dirty="0"/>
            </a:p>
          </p:txBody>
        </p:sp>
        <p:pic>
          <p:nvPicPr>
            <p:cNvPr id="4098" name="Picture 2" descr="undefined">
              <a:extLst>
                <a:ext uri="{FF2B5EF4-FFF2-40B4-BE49-F238E27FC236}">
                  <a16:creationId xmlns:a16="http://schemas.microsoft.com/office/drawing/2014/main" id="{AC6C3ECC-A6A1-F234-38CB-4DAD977CA3E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7968091" y="1568917"/>
              <a:ext cx="3700034" cy="36385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pic>
        <p:nvPicPr>
          <p:cNvPr id="13" name="Picture 12">
            <a:extLst>
              <a:ext uri="{FF2B5EF4-FFF2-40B4-BE49-F238E27FC236}">
                <a16:creationId xmlns:a16="http://schemas.microsoft.com/office/drawing/2014/main" id="{7D5FB18D-7463-F76B-B258-182080A2F78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504652" y="347196"/>
            <a:ext cx="1211098" cy="13194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8006674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011B-911A-229A-2735-7289E4E6F8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Environmental covariate selection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292CCB-5FF2-C47C-E60C-5D7C11F55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dirty="0"/>
              <a:t>Option 1. Expert consultation or selection based on species knowledge</a:t>
            </a:r>
          </a:p>
          <a:p>
            <a:pPr marL="0" indent="0">
              <a:buNone/>
            </a:pPr>
            <a:r>
              <a:rPr lang="en-AU" dirty="0"/>
              <a:t>Option 2. Correlation &amp; multicollinearity checks</a:t>
            </a:r>
          </a:p>
          <a:p>
            <a:pPr marL="0" indent="0">
              <a:buNone/>
            </a:pPr>
            <a:r>
              <a:rPr lang="en-AU" dirty="0"/>
              <a:t>Option 3. Model selection</a:t>
            </a:r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17366-ADBA-59D6-3A98-6B5A1CD117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2D5D9-5D8E-4456-8498-E75C1946C6EB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D3EDC2-9A08-21A1-6E5C-ABED5737AA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093975-356C-2536-5DF8-2B49915E73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26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08722761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3A5FF-A6AE-3A77-1812-894501DCE3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BIOCLIM Layers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0E5F54-2DEA-3C36-DF07-C07B174A3F5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2425" y="1690688"/>
            <a:ext cx="6200775" cy="4486275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</a:pPr>
            <a:r>
              <a:rPr lang="en-AU" sz="1800" b="1" dirty="0"/>
              <a:t>BIO1</a:t>
            </a:r>
            <a:r>
              <a:rPr lang="en-AU" sz="1800" dirty="0"/>
              <a:t> = Annual Mean Temperature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BIO2</a:t>
            </a:r>
            <a:r>
              <a:rPr lang="en-AU" sz="1800" dirty="0"/>
              <a:t> = Mean Diurnal Range (Mean of monthly (max temp - min temp))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BIO3</a:t>
            </a:r>
            <a:r>
              <a:rPr lang="en-AU" sz="1800" dirty="0"/>
              <a:t> = Isothermality (BIO2/BIO7) (×100)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BIO4</a:t>
            </a:r>
            <a:r>
              <a:rPr lang="en-AU" sz="1800" dirty="0"/>
              <a:t> = Temperature Seasonality (standard deviation ×100)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BIO5</a:t>
            </a:r>
            <a:r>
              <a:rPr lang="en-AU" sz="1800" dirty="0"/>
              <a:t> = Max Temperature of Warmest Month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BIO6</a:t>
            </a:r>
            <a:r>
              <a:rPr lang="en-AU" sz="1800" dirty="0"/>
              <a:t> = Min Temperature of Coldest Month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BIO7 </a:t>
            </a:r>
            <a:r>
              <a:rPr lang="en-AU" sz="1800" dirty="0"/>
              <a:t>= Temperature Annual Range (BIO5-BIO6)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BIO8 </a:t>
            </a:r>
            <a:r>
              <a:rPr lang="en-AU" sz="1800" dirty="0"/>
              <a:t>= Mean Temperature of Wettest Quarter</a:t>
            </a:r>
          </a:p>
          <a:p>
            <a:pPr>
              <a:lnSpc>
                <a:spcPct val="100000"/>
              </a:lnSpc>
            </a:pPr>
            <a:r>
              <a:rPr lang="en-AU" sz="1800" b="1" dirty="0"/>
              <a:t>BIO9</a:t>
            </a:r>
            <a:r>
              <a:rPr lang="en-AU" sz="1800" dirty="0"/>
              <a:t> = Mean Temperature of Driest Quarter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255800-958E-1FAF-071A-C675F63268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805074-D443-D0DD-621E-151C44BC9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1B944C5-F77F-5E64-7FA0-BE899DE3B7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27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10C869F-E085-E92A-A430-0DD4694A7AD0}"/>
              </a:ext>
            </a:extLst>
          </p:cNvPr>
          <p:cNvSpPr txBox="1"/>
          <p:nvPr/>
        </p:nvSpPr>
        <p:spPr>
          <a:xfrm>
            <a:off x="6638925" y="1690688"/>
            <a:ext cx="5553075" cy="429348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BIO10</a:t>
            </a:r>
            <a:r>
              <a:rPr lang="en-AU" dirty="0"/>
              <a:t> = Mean Temperature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BIO11</a:t>
            </a:r>
            <a:r>
              <a:rPr lang="en-AU" dirty="0"/>
              <a:t> = Mean Temperature of Coldest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BIO12</a:t>
            </a:r>
            <a:r>
              <a:rPr lang="en-AU" dirty="0"/>
              <a:t> = Annual Precipitation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BIO13</a:t>
            </a:r>
            <a:r>
              <a:rPr lang="en-AU" dirty="0"/>
              <a:t> = Precipitation of Wettest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BIO14 </a:t>
            </a:r>
            <a:r>
              <a:rPr lang="en-AU" dirty="0"/>
              <a:t>= Precipitation of Driest Month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BIO15 </a:t>
            </a:r>
            <a:r>
              <a:rPr lang="en-AU" dirty="0"/>
              <a:t>= Precipitation Seasonality (Coefficient of Variation)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BIO16 </a:t>
            </a:r>
            <a:r>
              <a:rPr lang="en-AU" dirty="0"/>
              <a:t>= Precipitation of Wettest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BIO17</a:t>
            </a:r>
            <a:r>
              <a:rPr lang="en-AU" dirty="0"/>
              <a:t> = Precipitation of Driest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BIO18</a:t>
            </a:r>
            <a:r>
              <a:rPr lang="en-AU" dirty="0"/>
              <a:t> = Precipitation of Warmest Quarter</a:t>
            </a:r>
          </a:p>
          <a:p>
            <a:pPr marL="285750" indent="-285750">
              <a:spcBef>
                <a:spcPts val="1000"/>
              </a:spcBef>
              <a:buFont typeface="Arial" panose="020B0604020202020204" pitchFamily="34" charset="0"/>
              <a:buChar char="•"/>
            </a:pPr>
            <a:r>
              <a:rPr lang="en-AU" b="1" dirty="0"/>
              <a:t>BIO19</a:t>
            </a:r>
            <a:r>
              <a:rPr lang="en-AU" dirty="0"/>
              <a:t> = Precipitation of Coldest Quarter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59D77E8-DCA4-1E3F-4E0F-9FA18F67E47E}"/>
              </a:ext>
            </a:extLst>
          </p:cNvPr>
          <p:cNvSpPr/>
          <p:nvPr/>
        </p:nvSpPr>
        <p:spPr>
          <a:xfrm>
            <a:off x="352425" y="3606800"/>
            <a:ext cx="4646295" cy="28448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6582AD8-5F6E-BE1F-F1E1-0A5739C6527A}"/>
              </a:ext>
            </a:extLst>
          </p:cNvPr>
          <p:cNvSpPr/>
          <p:nvPr/>
        </p:nvSpPr>
        <p:spPr>
          <a:xfrm>
            <a:off x="352424" y="3991134"/>
            <a:ext cx="4646295" cy="28448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8A8E2D54-7DE3-B4D1-388D-5A689F24EA78}"/>
              </a:ext>
            </a:extLst>
          </p:cNvPr>
          <p:cNvSpPr/>
          <p:nvPr/>
        </p:nvSpPr>
        <p:spPr>
          <a:xfrm>
            <a:off x="6650989" y="3739038"/>
            <a:ext cx="5188586" cy="536575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7D594745-E7AE-8FA6-2FB8-DBC6130E07BA}"/>
              </a:ext>
            </a:extLst>
          </p:cNvPr>
          <p:cNvSpPr/>
          <p:nvPr/>
        </p:nvSpPr>
        <p:spPr>
          <a:xfrm>
            <a:off x="6640828" y="2536111"/>
            <a:ext cx="4646295" cy="28448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1163620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9" grpId="0" animBg="1"/>
      <p:bldP spid="10" grpId="0" animBg="1"/>
      <p:bldP spid="11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2447-0DFB-44D8-5E98-BAA6B036D7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1764224" cy="1325563"/>
          </a:xfrm>
        </p:spPr>
        <p:txBody>
          <a:bodyPr/>
          <a:lstStyle/>
          <a:p>
            <a:r>
              <a:rPr lang="en-AU" dirty="0"/>
              <a:t>Conceptualisation &amp; Data Preparation Resources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938473-6F0F-6A45-EC11-09E9F8A5FA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Guillera‐Arroita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(2015).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Is my species distribution model fit for purpose? Matching data and models to applications. </a:t>
            </a:r>
            <a:r>
              <a:rPr lang="en-AU" sz="2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Global ecology and biogeography</a:t>
            </a:r>
            <a:r>
              <a:rPr lang="en-AU" sz="2000" dirty="0">
                <a:solidFill>
                  <a:srgbClr val="222222"/>
                </a:solidFill>
                <a:latin typeface="Arial" panose="020B0604020202020204" pitchFamily="34" charset="0"/>
              </a:rPr>
              <a:t>.</a:t>
            </a:r>
          </a:p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Guisan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(2017). </a:t>
            </a:r>
            <a:r>
              <a:rPr lang="en-AU" sz="2000" b="1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Habitat suitability and distribution models: with applications in R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Cambridge University Press.</a:t>
            </a:r>
          </a:p>
          <a:p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Araújo et al. (2019).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Standards for distribution models in biodiversity assessments.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2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Science advances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Zurell</a:t>
            </a:r>
            <a:r>
              <a:rPr lang="en-AU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et al. (2020).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 standard protocol for reporting species distribution models.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2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Ecography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1C7A65E-F460-CF9E-E885-B068FF87E9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B1EBAE-DF9E-A5AA-DBF7-5A85416818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BEF60D-DD21-64B0-2441-356F5612B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28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10834045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675AF-BD15-3B5D-242F-9CF010C79E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0542FF-5914-A87B-43B7-E7D2ADB987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Have a go: Data preparation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13E9A97-5731-9209-CCC2-B0C6833043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9120B0-4E0A-6FB3-8CA4-F86785E4FA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2CB2D03-3051-8702-B865-D87AA8682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29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8AADE61-569E-C225-E291-399C5FEBB723}"/>
              </a:ext>
            </a:extLst>
          </p:cNvPr>
          <p:cNvSpPr txBox="1"/>
          <p:nvPr/>
        </p:nvSpPr>
        <p:spPr>
          <a:xfrm>
            <a:off x="3184558" y="1948837"/>
            <a:ext cx="6638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400" dirty="0">
                <a:hlinkClick r:id="rId2"/>
              </a:rPr>
              <a:t>https://github.com/patch105/ICCB_koala_sdm</a:t>
            </a:r>
            <a:r>
              <a:rPr lang="en-AU" sz="2400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C537F14-E3B9-C231-A312-5E0871D4B6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668" y="1870075"/>
            <a:ext cx="657890" cy="619191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D685B2-1BA0-0C10-6F3D-B826F511F78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76774" y="2702864"/>
            <a:ext cx="6638452" cy="29518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383591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32D6E6-D5B4-99BE-852A-3B24FF5473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D8743D-B062-6A66-5943-3F6993AAC2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Have a go: Data preparation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205513-2230-5FAA-0DE7-6AC3FCE2E6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88F062-92F6-AE0F-AE61-21D90CE70D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234E4E-82A3-5337-3151-8F552E6827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B6AB1A-4885-7BF6-5899-4FCC6C88E4C8}"/>
              </a:ext>
            </a:extLst>
          </p:cNvPr>
          <p:cNvSpPr txBox="1"/>
          <p:nvPr/>
        </p:nvSpPr>
        <p:spPr>
          <a:xfrm>
            <a:off x="3184558" y="1948837"/>
            <a:ext cx="6638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400" dirty="0">
                <a:hlinkClick r:id="rId2"/>
              </a:rPr>
              <a:t>https://github.com/patch105/ICCB_koala_sdm</a:t>
            </a:r>
            <a:r>
              <a:rPr lang="en-AU" sz="2400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B339A6-BF73-72CE-FC34-46BD2B1F61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668" y="1870075"/>
            <a:ext cx="657890" cy="61919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C700E9F-BD34-6E7A-1961-4C511F78D4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1400" y="2848038"/>
            <a:ext cx="6848475" cy="3429548"/>
          </a:xfrm>
        </p:spPr>
        <p:txBody>
          <a:bodyPr/>
          <a:lstStyle/>
          <a:p>
            <a:pPr marL="0" indent="0">
              <a:buNone/>
            </a:pPr>
            <a:r>
              <a:rPr lang="en-AU" dirty="0" err="1"/>
              <a:t>ICCB_koala_sdm.Rproj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 err="1"/>
              <a:t>ICCB_Environmental_data.qmd</a:t>
            </a:r>
            <a:endParaRPr lang="en-AU" dirty="0"/>
          </a:p>
          <a:p>
            <a:pPr marL="0" indent="0">
              <a:buNone/>
            </a:pPr>
            <a:endParaRPr lang="en-AU" dirty="0"/>
          </a:p>
          <a:p>
            <a:pPr marL="0" indent="0">
              <a:buNone/>
            </a:pPr>
            <a:r>
              <a:rPr lang="en-AU" dirty="0" err="1"/>
              <a:t>ICCB_Species_data.qmd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53917769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BA2AD2-9DEF-106A-6B5A-5213DCC1F7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Models and algorithms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C89900-6A1F-5F9F-CFF6-873710384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AU" dirty="0"/>
              <a:t>Models differ in their flexibility and interpretability</a:t>
            </a:r>
          </a:p>
          <a:p>
            <a:endParaRPr lang="en-AU" dirty="0"/>
          </a:p>
          <a:p>
            <a:r>
              <a:rPr lang="en-AU" dirty="0"/>
              <a:t>Spectrum from linear to highly non-linear</a:t>
            </a:r>
          </a:p>
          <a:p>
            <a:r>
              <a:rPr lang="en-AU" dirty="0"/>
              <a:t>Different strengths depending on model aim</a:t>
            </a:r>
          </a:p>
          <a:p>
            <a:endParaRPr lang="en-AU" dirty="0"/>
          </a:p>
          <a:p>
            <a:r>
              <a:rPr lang="en-AU" dirty="0"/>
              <a:t>Generalised Linear Model (GLM)</a:t>
            </a:r>
          </a:p>
          <a:p>
            <a:r>
              <a:rPr lang="en-AU" dirty="0"/>
              <a:t>Generalised Additive Model (GAM)</a:t>
            </a:r>
          </a:p>
          <a:p>
            <a:r>
              <a:rPr lang="en-AU" dirty="0"/>
              <a:t>Random Forest (RF)</a:t>
            </a:r>
          </a:p>
          <a:p>
            <a:r>
              <a:rPr lang="en-AU" dirty="0"/>
              <a:t>Maximum entropy modelling (Maxent)</a:t>
            </a:r>
          </a:p>
          <a:p>
            <a:r>
              <a:rPr lang="en-AU" dirty="0"/>
              <a:t>Deep learning approaches</a:t>
            </a:r>
          </a:p>
          <a:p>
            <a:pPr lvl="1"/>
            <a:r>
              <a:rPr lang="en-AU" dirty="0"/>
              <a:t>Convolutional neural networks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2D79152-50EA-1D9A-6421-3A922D9BA7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01834E7-3764-9C78-1C50-0138995A7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51644B-C52A-6754-2A0D-3C5CECE5C1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31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77CA9ED-1EC4-4124-F69A-2F8BE45EAC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58B5449E-6794-A636-AA52-7456093B51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75436" y="2912071"/>
            <a:ext cx="3413690" cy="1473588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9D59E5B0-2DC2-C959-BE39-82BF5A36B9C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62598" y="4548219"/>
            <a:ext cx="3361854" cy="14661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206965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E09B8E-6C33-5036-A7FC-5E16A65995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Generalised Linear Model (GLM)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D81BC5A-6508-1CAA-241E-1D553D41D5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Regression</a:t>
            </a:r>
          </a:p>
          <a:p>
            <a:r>
              <a:rPr lang="en-AU" dirty="0"/>
              <a:t>Can fit </a:t>
            </a:r>
          </a:p>
          <a:p>
            <a:pPr lvl="1"/>
            <a:r>
              <a:rPr lang="en-AU" dirty="0"/>
              <a:t>Linear: 					x</a:t>
            </a:r>
            <a:r>
              <a:rPr lang="en-AU" baseline="-25000" dirty="0"/>
              <a:t>1</a:t>
            </a:r>
            <a:r>
              <a:rPr lang="en-AU" dirty="0"/>
              <a:t> + x</a:t>
            </a:r>
            <a:r>
              <a:rPr lang="en-AU" baseline="-25000" dirty="0"/>
              <a:t>2</a:t>
            </a:r>
            <a:r>
              <a:rPr lang="en-AU" dirty="0"/>
              <a:t> + … + </a:t>
            </a:r>
            <a:r>
              <a:rPr lang="en-AU" dirty="0" err="1"/>
              <a:t>x</a:t>
            </a:r>
            <a:r>
              <a:rPr lang="en-AU" baseline="-25000" dirty="0" err="1"/>
              <a:t>n</a:t>
            </a:r>
            <a:endParaRPr lang="en-AU" dirty="0"/>
          </a:p>
          <a:p>
            <a:pPr lvl="1"/>
            <a:r>
              <a:rPr lang="en-AU" dirty="0"/>
              <a:t>Quadratic: 				</a:t>
            </a:r>
            <a:r>
              <a:rPr lang="en-AU" b="1" dirty="0"/>
              <a:t>x</a:t>
            </a:r>
            <a:r>
              <a:rPr lang="en-AU" b="1" baseline="-25000" dirty="0"/>
              <a:t>1</a:t>
            </a:r>
            <a:r>
              <a:rPr lang="en-AU" b="1" dirty="0"/>
              <a:t> + x</a:t>
            </a:r>
            <a:r>
              <a:rPr lang="en-AU" b="1" baseline="-25000" dirty="0"/>
              <a:t>1</a:t>
            </a:r>
            <a:r>
              <a:rPr lang="en-AU" b="1" baseline="30000" dirty="0"/>
              <a:t>2</a:t>
            </a:r>
            <a:r>
              <a:rPr lang="en-AU" b="1" baseline="-25000" dirty="0"/>
              <a:t> </a:t>
            </a:r>
            <a:r>
              <a:rPr lang="en-AU" dirty="0"/>
              <a:t>+ x</a:t>
            </a:r>
            <a:r>
              <a:rPr lang="en-AU" baseline="-25000" dirty="0"/>
              <a:t>2</a:t>
            </a:r>
            <a:r>
              <a:rPr lang="en-AU" dirty="0"/>
              <a:t> + … + </a:t>
            </a:r>
            <a:r>
              <a:rPr lang="en-AU" dirty="0" err="1"/>
              <a:t>x</a:t>
            </a:r>
            <a:r>
              <a:rPr lang="en-AU" baseline="-25000" dirty="0" err="1"/>
              <a:t>n</a:t>
            </a:r>
            <a:endParaRPr lang="en-AU" dirty="0"/>
          </a:p>
          <a:p>
            <a:pPr lvl="1"/>
            <a:r>
              <a:rPr lang="en-AU" dirty="0"/>
              <a:t>Higher order polynomial terms: 	</a:t>
            </a:r>
            <a:r>
              <a:rPr lang="en-AU" b="1" dirty="0"/>
              <a:t>x</a:t>
            </a:r>
            <a:r>
              <a:rPr lang="en-AU" b="1" baseline="-25000" dirty="0"/>
              <a:t>1</a:t>
            </a:r>
            <a:r>
              <a:rPr lang="en-AU" b="1" dirty="0"/>
              <a:t> + x</a:t>
            </a:r>
            <a:r>
              <a:rPr lang="en-AU" b="1" baseline="-25000" dirty="0"/>
              <a:t>1</a:t>
            </a:r>
            <a:r>
              <a:rPr lang="en-AU" b="1" baseline="30000" dirty="0"/>
              <a:t>2</a:t>
            </a:r>
            <a:r>
              <a:rPr lang="en-AU" b="1" baseline="-25000" dirty="0"/>
              <a:t> </a:t>
            </a:r>
            <a:r>
              <a:rPr lang="en-AU" dirty="0"/>
              <a:t>+ </a:t>
            </a:r>
            <a:r>
              <a:rPr lang="en-AU" b="1" dirty="0"/>
              <a:t>x</a:t>
            </a:r>
            <a:r>
              <a:rPr lang="en-AU" b="1" baseline="-25000" dirty="0"/>
              <a:t>1</a:t>
            </a:r>
            <a:r>
              <a:rPr lang="en-AU" b="1" baseline="30000" dirty="0"/>
              <a:t>3 </a:t>
            </a:r>
            <a:r>
              <a:rPr lang="en-AU" dirty="0"/>
              <a:t>+ x</a:t>
            </a:r>
            <a:r>
              <a:rPr lang="en-AU" baseline="-25000" dirty="0"/>
              <a:t>2</a:t>
            </a:r>
            <a:r>
              <a:rPr lang="en-AU" dirty="0"/>
              <a:t> + … + </a:t>
            </a:r>
            <a:r>
              <a:rPr lang="en-AU" dirty="0" err="1"/>
              <a:t>x</a:t>
            </a:r>
            <a:r>
              <a:rPr lang="en-AU" baseline="-25000" dirty="0" err="1"/>
              <a:t>n</a:t>
            </a:r>
            <a:endParaRPr lang="en-AU" dirty="0"/>
          </a:p>
          <a:p>
            <a:pPr lvl="1"/>
            <a:endParaRPr lang="en-AU" dirty="0"/>
          </a:p>
          <a:p>
            <a:pPr lvl="1"/>
            <a:r>
              <a:rPr lang="en-AU" dirty="0"/>
              <a:t>Interactions between covariates: 	x</a:t>
            </a:r>
            <a:r>
              <a:rPr lang="en-AU" baseline="-25000" dirty="0"/>
              <a:t>1</a:t>
            </a:r>
            <a:r>
              <a:rPr lang="en-AU" dirty="0"/>
              <a:t> + x</a:t>
            </a:r>
            <a:r>
              <a:rPr lang="en-AU" baseline="-25000" dirty="0"/>
              <a:t>2</a:t>
            </a:r>
            <a:r>
              <a:rPr lang="en-AU" dirty="0"/>
              <a:t> + x</a:t>
            </a:r>
            <a:r>
              <a:rPr lang="en-AU" baseline="-25000" dirty="0"/>
              <a:t>1</a:t>
            </a:r>
            <a:r>
              <a:rPr lang="en-AU" dirty="0"/>
              <a:t>*x</a:t>
            </a:r>
            <a:r>
              <a:rPr lang="en-AU" baseline="-25000" dirty="0"/>
              <a:t>2</a:t>
            </a:r>
            <a:r>
              <a:rPr lang="en-AU" dirty="0"/>
              <a:t> + … + </a:t>
            </a:r>
            <a:r>
              <a:rPr lang="en-AU" dirty="0" err="1"/>
              <a:t>x</a:t>
            </a:r>
            <a:r>
              <a:rPr lang="en-AU" baseline="-25000" dirty="0" err="1"/>
              <a:t>n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B8056C-3083-C934-E040-0F80D23A5C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14D63D-5AB1-7DEE-089F-0244BCC3C2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AC57C3-4594-6C90-5087-6F6925FC05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32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6836726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8709401-3EDD-A2B4-8977-ECF3100A4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A0ED4E-28EA-B4BB-8E78-3A2A3C0F4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3AC529-6038-8EA5-62D5-95CA607471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33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327626F-FAAD-72FC-CD77-1F4D5C4A78E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5849" y="2501900"/>
            <a:ext cx="5216701" cy="32194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320EF57-8472-E8EE-6A73-879B20706C6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7000" y="2533650"/>
            <a:ext cx="5216701" cy="321945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205C079-5D02-91AB-D7CD-DFC8806DB14F}"/>
              </a:ext>
            </a:extLst>
          </p:cNvPr>
          <p:cNvSpPr txBox="1"/>
          <p:nvPr/>
        </p:nvSpPr>
        <p:spPr>
          <a:xfrm>
            <a:off x="2476500" y="1838325"/>
            <a:ext cx="1600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Linear term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4581255-6FD0-4A04-EC57-D67211E8FF0D}"/>
              </a:ext>
            </a:extLst>
          </p:cNvPr>
          <p:cNvSpPr txBox="1"/>
          <p:nvPr/>
        </p:nvSpPr>
        <p:spPr>
          <a:xfrm>
            <a:off x="7637550" y="1838325"/>
            <a:ext cx="31813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Linear + quadratic term</a:t>
            </a: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EA474F0B-1D1A-5D26-921A-D06F753EE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r>
              <a:rPr lang="en-AU" dirty="0"/>
              <a:t>Partial response plots (response curves)</a:t>
            </a:r>
          </a:p>
        </p:txBody>
      </p:sp>
    </p:spTree>
    <p:extLst>
      <p:ext uri="{BB962C8B-B14F-4D97-AF65-F5344CB8AC3E}">
        <p14:creationId xmlns:p14="http://schemas.microsoft.com/office/powerpoint/2010/main" val="1123331387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B29678-E890-0C6A-CDA7-C99C1C568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Effect sizes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DCCF9F-DF12-D67F-153E-1EFC452A41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DDCF17-7F8A-908C-2430-B7B18CBFD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5C2E9F-6640-7602-9C57-9A7CC7CD21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34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DDA99C-EC8E-F7A2-DD73-EA997962B4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62250" y="1581150"/>
            <a:ext cx="6667500" cy="4114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589032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3FF34-0D8F-3696-7576-1ABEDDFE4E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00525" cy="2616200"/>
          </a:xfrm>
        </p:spPr>
        <p:txBody>
          <a:bodyPr>
            <a:normAutofit/>
          </a:bodyPr>
          <a:lstStyle/>
          <a:p>
            <a:r>
              <a:rPr lang="en-AU" dirty="0"/>
              <a:t>Interactions between covariates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748040-8E4D-24B8-2000-091D63E48B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56C1F28-D546-35EE-4D63-B59A65ED71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3565B0-934E-7B51-E439-48EC7E3DB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35</a:t>
            </a:fld>
            <a:endParaRPr lang="en-AU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BC5410A0-5B31-5EC8-F64E-134DF0391C4B}"/>
              </a:ext>
            </a:extLst>
          </p:cNvPr>
          <p:cNvGrpSpPr/>
          <p:nvPr/>
        </p:nvGrpSpPr>
        <p:grpSpPr>
          <a:xfrm>
            <a:off x="4800600" y="657225"/>
            <a:ext cx="6934200" cy="5137666"/>
            <a:chOff x="4238625" y="695325"/>
            <a:chExt cx="6934200" cy="5137666"/>
          </a:xfrm>
        </p:grpSpPr>
        <p:pic>
          <p:nvPicPr>
            <p:cNvPr id="2050" name="Picture 2">
              <a:extLst>
                <a:ext uri="{FF2B5EF4-FFF2-40B4-BE49-F238E27FC236}">
                  <a16:creationId xmlns:a16="http://schemas.microsoft.com/office/drawing/2014/main" id="{E2E67AFD-92A0-4996-F1E5-CCC0F06693F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238625" y="695325"/>
              <a:ext cx="6934200" cy="49530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3048E532-737A-DCE5-31A1-1D8ED1DD4DB3}"/>
                </a:ext>
              </a:extLst>
            </p:cNvPr>
            <p:cNvSpPr txBox="1"/>
            <p:nvPr/>
          </p:nvSpPr>
          <p:spPr>
            <a:xfrm>
              <a:off x="5057775" y="5463659"/>
              <a:ext cx="51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/>
                <a:t>from: </a:t>
              </a:r>
              <a:r>
                <a:rPr lang="en-AU" dirty="0">
                  <a:hlinkClick r:id="rId3"/>
                </a:rPr>
                <a:t>https://damariszurell.github.io/SDM-Intro/</a:t>
              </a:r>
              <a:r>
                <a:rPr lang="en-AU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17947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FAAC62-6299-610F-39EC-2A6A43290F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Random Forest (RF)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7C6DBFD-CD71-B942-2B17-F893BF68FA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Classification (binary) or regression</a:t>
            </a:r>
          </a:p>
          <a:p>
            <a:r>
              <a:rPr lang="en-AU" dirty="0"/>
              <a:t>Ensemble of many decision trees (hence ‘forest’)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FEDCEF3-66DD-AD08-061B-9EE64723FF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05C689-B2C4-723A-2985-473F2E1A2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C1D1C50-9ED7-AC30-1113-DFFEBD583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36</a:t>
            </a:fld>
            <a:endParaRPr lang="en-AU"/>
          </a:p>
        </p:txBody>
      </p:sp>
      <p:pic>
        <p:nvPicPr>
          <p:cNvPr id="3074" name="Picture 2">
            <a:extLst>
              <a:ext uri="{FF2B5EF4-FFF2-40B4-BE49-F238E27FC236}">
                <a16:creationId xmlns:a16="http://schemas.microsoft.com/office/drawing/2014/main" id="{29CD7E11-B646-2F06-2796-CC3AFCB36E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95662" y="2952750"/>
            <a:ext cx="5400675" cy="3124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9346BCE-971C-6629-8240-1C415411BA0C}"/>
              </a:ext>
            </a:extLst>
          </p:cNvPr>
          <p:cNvSpPr txBox="1"/>
          <p:nvPr/>
        </p:nvSpPr>
        <p:spPr>
          <a:xfrm>
            <a:off x="6972300" y="5603737"/>
            <a:ext cx="4791075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lang="en-AU" sz="1400" dirty="0">
                <a:hlinkClick r:id="rId3"/>
              </a:rPr>
              <a:t>https://levelup.gitconnected.com/random-forest-regression-209c0f354c84</a:t>
            </a:r>
            <a:r>
              <a:rPr lang="en-AU" sz="14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77031269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0D1529E-5805-1E85-D5B0-6BD425728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Partial response plots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B3F44A-A9B7-966A-47CB-01F144CDD4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2743D9-396C-59EC-E87B-A9E03BB8F3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2D3E79-EF00-A84E-EA4A-955716A602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37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4FD11C-64F4-F3C8-C26B-39F313285E7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0050" y="1847850"/>
            <a:ext cx="5525382" cy="340995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C91D0F83-DFC2-5D4C-A502-96A0D9C050E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8418" y="1847850"/>
            <a:ext cx="5525382" cy="3409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8808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B070242-CF80-36D2-E593-0D5E1B88380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Variable Importance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408480-7D55-15D9-9151-6DD579010B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3579FC-C88D-4B10-328F-06576B632C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A1E5D0-4806-AD56-D841-4B79FBA076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38</a:t>
            </a:fld>
            <a:endParaRPr lang="en-AU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C0856EF4-3133-3E80-F71E-242FC2E9E63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850" y="1690688"/>
            <a:ext cx="6667500" cy="4114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1936F294-148E-B2CC-470F-88B493E7C4D2}"/>
              </a:ext>
            </a:extLst>
          </p:cNvPr>
          <p:cNvSpPr txBox="1"/>
          <p:nvPr/>
        </p:nvSpPr>
        <p:spPr>
          <a:xfrm>
            <a:off x="7910512" y="2505373"/>
            <a:ext cx="2924175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dirty="0"/>
              <a:t>%</a:t>
            </a:r>
            <a:r>
              <a:rPr lang="en-AU" dirty="0" err="1"/>
              <a:t>IncMSE</a:t>
            </a:r>
            <a:r>
              <a:rPr lang="en-AU" dirty="0"/>
              <a:t> = change in mean squared error when the variable is permuted (shuffled)</a:t>
            </a:r>
          </a:p>
          <a:p>
            <a:endParaRPr lang="en-AU" dirty="0"/>
          </a:p>
          <a:p>
            <a:r>
              <a:rPr lang="en-AU" dirty="0"/>
              <a:t>Essentially, how much does this variable affect the predictions?</a:t>
            </a:r>
          </a:p>
        </p:txBody>
      </p:sp>
    </p:spTree>
    <p:extLst>
      <p:ext uri="{BB962C8B-B14F-4D97-AF65-F5344CB8AC3E}">
        <p14:creationId xmlns:p14="http://schemas.microsoft.com/office/powerpoint/2010/main" val="82482451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ACC7D2-3CC5-68BC-A287-8CAE67321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944BB2-F72D-EA79-D906-590DEA4678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0647F9-8896-2BB1-A99E-23D8877280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39</a:t>
            </a:fld>
            <a:endParaRPr lang="en-AU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6B8A37EE-D49B-67E0-B9CE-EE998D9CC7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4200525" cy="2616200"/>
          </a:xfrm>
        </p:spPr>
        <p:txBody>
          <a:bodyPr>
            <a:normAutofit/>
          </a:bodyPr>
          <a:lstStyle/>
          <a:p>
            <a:r>
              <a:rPr lang="en-AU" dirty="0"/>
              <a:t>Interactions between covariates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17E05390-3988-4157-03D0-EDEC08C0C571}"/>
              </a:ext>
            </a:extLst>
          </p:cNvPr>
          <p:cNvGrpSpPr/>
          <p:nvPr/>
        </p:nvGrpSpPr>
        <p:grpSpPr>
          <a:xfrm>
            <a:off x="4495800" y="600075"/>
            <a:ext cx="7067550" cy="5232916"/>
            <a:chOff x="4038600" y="552450"/>
            <a:chExt cx="7067550" cy="5232916"/>
          </a:xfrm>
        </p:grpSpPr>
        <p:pic>
          <p:nvPicPr>
            <p:cNvPr id="5122" name="Picture 2">
              <a:extLst>
                <a:ext uri="{FF2B5EF4-FFF2-40B4-BE49-F238E27FC236}">
                  <a16:creationId xmlns:a16="http://schemas.microsoft.com/office/drawing/2014/main" id="{6E1E6583-DAF4-8501-E409-843482920DA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038600" y="552450"/>
              <a:ext cx="7067550" cy="504825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1763DC22-522D-47D7-B927-973FB35EE3D5}"/>
                </a:ext>
              </a:extLst>
            </p:cNvPr>
            <p:cNvSpPr txBox="1"/>
            <p:nvPr/>
          </p:nvSpPr>
          <p:spPr>
            <a:xfrm>
              <a:off x="5038725" y="5416034"/>
              <a:ext cx="516255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AU" dirty="0"/>
                <a:t>from: </a:t>
              </a:r>
              <a:r>
                <a:rPr lang="en-AU" dirty="0">
                  <a:hlinkClick r:id="rId3"/>
                </a:rPr>
                <a:t>https://damariszurell.github.io/SDM-Intro/</a:t>
              </a:r>
              <a:r>
                <a:rPr lang="en-AU" dirty="0"/>
                <a:t> 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7684177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4DB608-83F4-66C2-F16B-661EEDC17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82831-139F-F015-CB5B-E86265300E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Have a go: Data preparation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7E1B11F-F53C-7628-3087-363F99F8BC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BBE54-71F1-E3C3-27F8-7A3A3579428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8BB3D9-7D86-9F82-FBF5-065EEDEA8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40</a:t>
            </a:fld>
            <a:endParaRPr lang="en-AU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A212189-05C5-D16F-211E-97FF9384AF6A}"/>
              </a:ext>
            </a:extLst>
          </p:cNvPr>
          <p:cNvSpPr txBox="1"/>
          <p:nvPr/>
        </p:nvSpPr>
        <p:spPr>
          <a:xfrm>
            <a:off x="3184558" y="1948837"/>
            <a:ext cx="663845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AU" sz="2400" dirty="0">
                <a:hlinkClick r:id="rId2"/>
              </a:rPr>
              <a:t>https://github.com/patch105/ICCB_koala_sdm</a:t>
            </a:r>
            <a:r>
              <a:rPr lang="en-AU" sz="2400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821B051F-F484-77E4-B2FF-DA7CD89F01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26668" y="1870075"/>
            <a:ext cx="657890" cy="619191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C1249E-770D-DC31-22F3-31785A4CB50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1400" y="2848038"/>
            <a:ext cx="6848475" cy="3429548"/>
          </a:xfrm>
        </p:spPr>
        <p:txBody>
          <a:bodyPr/>
          <a:lstStyle/>
          <a:p>
            <a:pPr marL="0" indent="0">
              <a:buNone/>
            </a:pPr>
            <a:r>
              <a:rPr lang="en-AU" dirty="0" err="1"/>
              <a:t>ICCB_Modelling_and_validation.qmd</a:t>
            </a:r>
            <a:endParaRPr lang="en-AU" dirty="0"/>
          </a:p>
        </p:txBody>
      </p:sp>
    </p:spTree>
    <p:extLst>
      <p:ext uri="{BB962C8B-B14F-4D97-AF65-F5344CB8AC3E}">
        <p14:creationId xmlns:p14="http://schemas.microsoft.com/office/powerpoint/2010/main" val="46345585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667EBC-CED2-7178-221A-F24D597329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Generating predictions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A3B6B8-7486-F3EA-DB78-DA62AAB452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475FB-C234-8103-91D2-33D02E96EE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EBE7F2-CBA7-0944-B3A5-1256CC549F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41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46888353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DFC677-6ED2-C965-3BF8-DC20BED154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SDMs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CD2DAF-CE86-F77D-CCA5-BF09E4F592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Cross-validation (CV)</a:t>
            </a:r>
          </a:p>
          <a:p>
            <a:pPr lvl="1"/>
            <a:r>
              <a:rPr lang="en-AU" dirty="0"/>
              <a:t>Hold out a subset of the data to test the model’s predictions against</a:t>
            </a:r>
          </a:p>
          <a:p>
            <a:pPr lvl="1"/>
            <a:r>
              <a:rPr lang="en-AU" dirty="0"/>
              <a:t>Spatial block CV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AEF295D-A9C1-411E-78B2-8812173022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53EED8-2E36-7772-953F-93ADD1FDB6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10DC4A-DECE-212C-0D65-B6FEDDB80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42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A22ED98-7A5C-ABDE-7222-91555652242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B15B6B9-64CD-379B-2481-629E11B163B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8352" y="3209974"/>
            <a:ext cx="6628646" cy="2686826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5738A741-CBA3-BF1A-5177-FD4CBBF02B79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Valavi et al. (2023)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A9C76BE-4B72-3F89-FB4D-F42120927710}"/>
              </a:ext>
            </a:extLst>
          </p:cNvPr>
          <p:cNvSpPr txBox="1"/>
          <p:nvPr/>
        </p:nvSpPr>
        <p:spPr>
          <a:xfrm>
            <a:off x="514349" y="5142368"/>
            <a:ext cx="3067052" cy="923330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Truly independent presence-absence data is the gold standard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DD40385A-9947-E5C3-BA0B-5D28245318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4" y="5115207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75325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EF0BDC-0C04-A294-3F9E-38C4E9525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C7AC65E-F516-C41F-4741-21D1A1E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Validating SDMs – Evaluation metrics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7909A6-84D8-6D01-C711-276B571DED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AU" dirty="0"/>
              <a:t>‘Threshold-dependent’ or ‘Threshold-independent’</a:t>
            </a:r>
          </a:p>
          <a:p>
            <a:r>
              <a:rPr lang="en-AU" dirty="0"/>
              <a:t>Calibration (e.g., Boyce Index)</a:t>
            </a:r>
          </a:p>
          <a:p>
            <a:r>
              <a:rPr lang="en-AU" dirty="0"/>
              <a:t>Discrimination (</a:t>
            </a:r>
            <a:r>
              <a:rPr lang="en-AU"/>
              <a:t>e.g., AUC ROC)</a:t>
            </a: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AA657C-4B90-CA08-E17E-B31E5343D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932E33-762D-1732-E28D-1B951B8D2F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64673B-8646-1756-5C59-4531879024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43</a:t>
            </a:fld>
            <a:endParaRPr lang="en-AU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4E9922D-2D26-4EBF-163C-CE246063B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9707" y="813263"/>
            <a:ext cx="429285" cy="429285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C39CF02B-A409-8C5D-8999-D29BCA1E41B4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Valavi et al. (2023)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3468900-F6F1-5615-B1B3-D2CFAAA77E47}"/>
              </a:ext>
            </a:extLst>
          </p:cNvPr>
          <p:cNvSpPr txBox="1"/>
          <p:nvPr/>
        </p:nvSpPr>
        <p:spPr>
          <a:xfrm>
            <a:off x="514348" y="4725133"/>
            <a:ext cx="3067052" cy="1477328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AU" i="1" dirty="0">
                <a:latin typeface="Bierstadt" panose="020B0004020202020204" pitchFamily="34" charset="0"/>
              </a:rPr>
              <a:t>       Multiple metrics can describe different aspects of model performance – some more or less relevant to your study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5CFDD72-0FDB-A131-DE7B-D3245A5057A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2453" y="4697972"/>
            <a:ext cx="434457" cy="434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15179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3CB640-3542-B3C7-FC9F-FA41610240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Climate projections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DBBC72-B859-6E84-D8A0-4F027E9841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A32D9E-7B22-57E6-A048-C54619766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920781-36EB-4815-86C4-A1E0EE0193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44</a:t>
            </a:fld>
            <a:endParaRPr lang="en-AU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3AFE6952-A75D-F1FE-BC8B-EB4E2EA960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38225" y="1433153"/>
            <a:ext cx="10115550" cy="440567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432FC9D2-465B-840F-20AC-761F8495BB9D}"/>
              </a:ext>
            </a:extLst>
          </p:cNvPr>
          <p:cNvSpPr txBox="1"/>
          <p:nvPr/>
        </p:nvSpPr>
        <p:spPr>
          <a:xfrm>
            <a:off x="223837" y="5838825"/>
            <a:ext cx="1174432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AU" sz="1200" b="0" i="1" dirty="0">
                <a:solidFill>
                  <a:srgbClr val="000000"/>
                </a:solidFill>
                <a:effectLst/>
                <a:latin typeface="Open Sans" panose="020B0606030504020204" pitchFamily="34" charset="0"/>
              </a:rPr>
              <a:t>Global surface temperature change relative to 1850-1900. Projected global average surface temperature change in each of the five SSP scenarios. Source: </a:t>
            </a:r>
            <a:r>
              <a:rPr lang="en-AU" sz="1200" b="0" i="1" u="sng" dirty="0">
                <a:solidFill>
                  <a:srgbClr val="01B6ED"/>
                </a:solidFill>
                <a:effectLst/>
                <a:latin typeface="Open Sans" panose="020B0606030504020204" pitchFamily="34" charset="0"/>
                <a:hlinkClick r:id="rId3"/>
              </a:rPr>
              <a:t>IPCC</a:t>
            </a:r>
            <a:endParaRPr lang="en-AU" sz="120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0047184-6AFE-7BE0-BC31-ECFBDEA7EBD7}"/>
              </a:ext>
            </a:extLst>
          </p:cNvPr>
          <p:cNvSpPr/>
          <p:nvPr/>
        </p:nvSpPr>
        <p:spPr>
          <a:xfrm>
            <a:off x="8886825" y="1931214"/>
            <a:ext cx="1133475" cy="3164661"/>
          </a:xfrm>
          <a:prstGeom prst="rect">
            <a:avLst/>
          </a:prstGeom>
          <a:solidFill>
            <a:srgbClr val="47D45A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A5A7BAA1-369B-E96D-133B-B2EAFCF01A64}"/>
              </a:ext>
            </a:extLst>
          </p:cNvPr>
          <p:cNvSpPr/>
          <p:nvPr/>
        </p:nvSpPr>
        <p:spPr>
          <a:xfrm>
            <a:off x="7753350" y="1931213"/>
            <a:ext cx="1133475" cy="3164661"/>
          </a:xfrm>
          <a:prstGeom prst="rect">
            <a:avLst/>
          </a:prstGeom>
          <a:solidFill>
            <a:srgbClr val="F2AA84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930C8ED-AD06-B600-3259-6C4D99C63844}"/>
              </a:ext>
            </a:extLst>
          </p:cNvPr>
          <p:cNvSpPr txBox="1"/>
          <p:nvPr/>
        </p:nvSpPr>
        <p:spPr>
          <a:xfrm>
            <a:off x="8986838" y="1554847"/>
            <a:ext cx="99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2090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965970-0A59-5A75-1E21-429368D98F4D}"/>
              </a:ext>
            </a:extLst>
          </p:cNvPr>
          <p:cNvSpPr txBox="1"/>
          <p:nvPr/>
        </p:nvSpPr>
        <p:spPr>
          <a:xfrm>
            <a:off x="7824787" y="1554847"/>
            <a:ext cx="99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2070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DADDB2E-F630-61AC-4AF2-9F3ED9D3E579}"/>
              </a:ext>
            </a:extLst>
          </p:cNvPr>
          <p:cNvSpPr/>
          <p:nvPr/>
        </p:nvSpPr>
        <p:spPr>
          <a:xfrm>
            <a:off x="6619875" y="1931213"/>
            <a:ext cx="1133475" cy="3164661"/>
          </a:xfrm>
          <a:prstGeom prst="rect">
            <a:avLst/>
          </a:prstGeom>
          <a:solidFill>
            <a:schemeClr val="accent5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58E0C74-D03F-94D7-D57C-EA268FCE743D}"/>
              </a:ext>
            </a:extLst>
          </p:cNvPr>
          <p:cNvSpPr txBox="1"/>
          <p:nvPr/>
        </p:nvSpPr>
        <p:spPr>
          <a:xfrm>
            <a:off x="6691312" y="1554847"/>
            <a:ext cx="99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2050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21F05616-D086-6A33-AF2A-45BBA4DA3BB4}"/>
              </a:ext>
            </a:extLst>
          </p:cNvPr>
          <p:cNvSpPr/>
          <p:nvPr/>
        </p:nvSpPr>
        <p:spPr>
          <a:xfrm>
            <a:off x="4672013" y="1931213"/>
            <a:ext cx="1133475" cy="3164661"/>
          </a:xfrm>
          <a:prstGeom prst="rect">
            <a:avLst/>
          </a:prstGeom>
          <a:solidFill>
            <a:schemeClr val="accent1">
              <a:lumMod val="60000"/>
              <a:lumOff val="40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0DE4BA8-DDDA-5388-A083-D73A8620B57E}"/>
              </a:ext>
            </a:extLst>
          </p:cNvPr>
          <p:cNvSpPr txBox="1"/>
          <p:nvPr/>
        </p:nvSpPr>
        <p:spPr>
          <a:xfrm>
            <a:off x="4743450" y="1554847"/>
            <a:ext cx="9906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AU" dirty="0"/>
              <a:t>Current</a:t>
            </a:r>
          </a:p>
        </p:txBody>
      </p:sp>
    </p:spTree>
    <p:extLst>
      <p:ext uri="{BB962C8B-B14F-4D97-AF65-F5344CB8AC3E}">
        <p14:creationId xmlns:p14="http://schemas.microsoft.com/office/powerpoint/2010/main" val="3238544389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F91D8-9D45-0B2C-55BA-5520951580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283B03-D823-B549-3BE6-F9EC945A06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Predicting into the unknown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DD5C9B-6B08-924E-F7E8-D076B80F52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06BA7D-011D-4C10-BF42-D43E25A13427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BCED56-379C-0D98-8B6D-788BEB8F5E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258235-D8D3-212A-CF01-FB03D38231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45</a:t>
            </a:fld>
            <a:endParaRPr lang="en-AU"/>
          </a:p>
        </p:txBody>
      </p:sp>
      <p:sp>
        <p:nvSpPr>
          <p:cNvPr id="17" name="Arc 16">
            <a:extLst>
              <a:ext uri="{FF2B5EF4-FFF2-40B4-BE49-F238E27FC236}">
                <a16:creationId xmlns:a16="http://schemas.microsoft.com/office/drawing/2014/main" id="{531C6140-31C0-75B9-0317-C99F2513D963}"/>
              </a:ext>
            </a:extLst>
          </p:cNvPr>
          <p:cNvSpPr/>
          <p:nvPr/>
        </p:nvSpPr>
        <p:spPr>
          <a:xfrm rot="20719564">
            <a:off x="1289348" y="3226383"/>
            <a:ext cx="1713186" cy="1361634"/>
          </a:xfrm>
          <a:prstGeom prst="arc">
            <a:avLst>
              <a:gd name="adj1" fmla="val 17445064"/>
              <a:gd name="adj2" fmla="val 20171626"/>
            </a:avLst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212F1839-DDD0-E586-3DFC-213D98DE8AFC}"/>
              </a:ext>
            </a:extLst>
          </p:cNvPr>
          <p:cNvCxnSpPr>
            <a:cxnSpLocks/>
          </p:cNvCxnSpPr>
          <p:nvPr/>
        </p:nvCxnSpPr>
        <p:spPr>
          <a:xfrm>
            <a:off x="1640750" y="2597123"/>
            <a:ext cx="0" cy="1293604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128B6FA-FCB5-BDCE-F51F-C38F46F4E91D}"/>
              </a:ext>
            </a:extLst>
          </p:cNvPr>
          <p:cNvCxnSpPr>
            <a:cxnSpLocks/>
          </p:cNvCxnSpPr>
          <p:nvPr/>
        </p:nvCxnSpPr>
        <p:spPr>
          <a:xfrm flipH="1">
            <a:off x="1640750" y="3890727"/>
            <a:ext cx="1306487" cy="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20" name="Arc 19">
            <a:extLst>
              <a:ext uri="{FF2B5EF4-FFF2-40B4-BE49-F238E27FC236}">
                <a16:creationId xmlns:a16="http://schemas.microsoft.com/office/drawing/2014/main" id="{BF8F2772-2D43-E683-AF80-8AA50D23DDB0}"/>
              </a:ext>
            </a:extLst>
          </p:cNvPr>
          <p:cNvSpPr/>
          <p:nvPr/>
        </p:nvSpPr>
        <p:spPr>
          <a:xfrm rot="15894621">
            <a:off x="1467631" y="3381449"/>
            <a:ext cx="1713186" cy="1361634"/>
          </a:xfrm>
          <a:prstGeom prst="arc">
            <a:avLst>
              <a:gd name="adj1" fmla="val 17445064"/>
              <a:gd name="adj2" fmla="val 21410582"/>
            </a:avLst>
          </a:prstGeom>
          <a:ln>
            <a:solidFill>
              <a:srgbClr val="FF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AU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62AE1E3-B449-FCDC-880E-BF2F5D42057E}"/>
              </a:ext>
            </a:extLst>
          </p:cNvPr>
          <p:cNvCxnSpPr>
            <a:cxnSpLocks/>
          </p:cNvCxnSpPr>
          <p:nvPr/>
        </p:nvCxnSpPr>
        <p:spPr>
          <a:xfrm flipV="1">
            <a:off x="2205115" y="2847704"/>
            <a:ext cx="546765" cy="348763"/>
          </a:xfrm>
          <a:prstGeom prst="line">
            <a:avLst/>
          </a:prstGeom>
          <a:ln w="19050" cap="flat" cmpd="sng" algn="ctr">
            <a:solidFill>
              <a:srgbClr val="FF0000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23" name="Picture 22">
            <a:extLst>
              <a:ext uri="{FF2B5EF4-FFF2-40B4-BE49-F238E27FC236}">
                <a16:creationId xmlns:a16="http://schemas.microsoft.com/office/drawing/2014/main" id="{6BD46D83-BBB2-96D3-7EE4-CAE7821D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95835" y="1690688"/>
            <a:ext cx="5315130" cy="3852250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F7927735-D343-196B-932D-252620D528D6}"/>
              </a:ext>
            </a:extLst>
          </p:cNvPr>
          <p:cNvSpPr txBox="1"/>
          <p:nvPr/>
        </p:nvSpPr>
        <p:spPr>
          <a:xfrm>
            <a:off x="9596673" y="6202461"/>
            <a:ext cx="334978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AU" sz="1400" dirty="0"/>
              <a:t>Velazco et al. (2023)</a:t>
            </a:r>
          </a:p>
        </p:txBody>
      </p:sp>
    </p:spTree>
    <p:extLst>
      <p:ext uri="{BB962C8B-B14F-4D97-AF65-F5344CB8AC3E}">
        <p14:creationId xmlns:p14="http://schemas.microsoft.com/office/powerpoint/2010/main" val="10294133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A8327A-C216-F68F-055E-2696CEEFA1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Take home message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B0CA68-2DD8-3082-79DF-DA6016D1CBD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AU" sz="2400" dirty="0"/>
              <a:t>Modelling is often more art than science. There are many ways to model species, none of them the ‘right way’. Some can, however, be more appropriate for a study question or species. 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make many decisions along the way and need to be transparent and clear about these decisions.</a:t>
            </a:r>
          </a:p>
          <a:p>
            <a:pPr marL="0" indent="0">
              <a:buNone/>
            </a:pPr>
            <a:endParaRPr lang="en-AU" sz="2400" dirty="0"/>
          </a:p>
          <a:p>
            <a:pPr marL="0" indent="0">
              <a:buNone/>
            </a:pPr>
            <a:r>
              <a:rPr lang="en-AU" sz="2400" dirty="0"/>
              <a:t>We also need to spend time understanding and communicating the effect of our decisions.</a:t>
            </a:r>
          </a:p>
          <a:p>
            <a:pPr marL="0" indent="0">
              <a:buNone/>
            </a:pPr>
            <a:endParaRPr lang="en-AU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5AEC-737A-7F07-88B3-D3DD51F01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B004285-F132-43F6-8738-69453A3560FC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46F091-EB19-1587-DD66-DAF8D2C507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E78A537-1C08-F688-2EAB-128E4FC17E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46</a:t>
            </a:fld>
            <a:endParaRPr lang="en-AU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0CCEF8-6F00-D4D4-D066-0BB5DFA98670}"/>
              </a:ext>
            </a:extLst>
          </p:cNvPr>
          <p:cNvSpPr txBox="1"/>
          <p:nvPr/>
        </p:nvSpPr>
        <p:spPr>
          <a:xfrm>
            <a:off x="6096000" y="5481827"/>
            <a:ext cx="609750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AU" sz="14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Zurell</a:t>
            </a:r>
            <a:r>
              <a:rPr lang="en-AU" sz="14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et al. (2020). </a:t>
            </a:r>
            <a:r>
              <a:rPr lang="en-AU" sz="14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 standard protocol for reporting species distribution models.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14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Ecography</a:t>
            </a:r>
            <a:r>
              <a:rPr lang="en-AU" sz="14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19790691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16B7F0-CEB3-F66C-96ED-ABBD9330E3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AU" dirty="0"/>
              <a:t>Key resources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94045D3-386D-B57E-BFD8-FF722359D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Guillera‐Arroita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(2015).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Is my species distribution model fit for purpose? Matching data and models to applications. </a:t>
            </a:r>
            <a:r>
              <a:rPr lang="en-AU" sz="2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Global ecology and biogeography</a:t>
            </a:r>
            <a:r>
              <a:rPr lang="en-AU" sz="2000" dirty="0">
                <a:solidFill>
                  <a:srgbClr val="222222"/>
                </a:solidFill>
                <a:latin typeface="Arial" panose="020B0604020202020204" pitchFamily="34" charset="0"/>
              </a:rPr>
              <a:t>.</a:t>
            </a:r>
          </a:p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Guisan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et al. (2017). </a:t>
            </a:r>
            <a:r>
              <a:rPr lang="en-AU" sz="2000" b="1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Habitat suitability and distribution models: with applications in R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 Cambridge University Press.</a:t>
            </a:r>
          </a:p>
          <a:p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Araújo et al. (2019).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Standards for distribution models in biodiversity assessments.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2000" b="0" i="1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Science advances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r>
              <a:rPr lang="en-AU" sz="2000" b="0" i="0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Zurell</a:t>
            </a:r>
            <a:r>
              <a:rPr lang="en-AU" sz="2000" dirty="0">
                <a:solidFill>
                  <a:srgbClr val="222222"/>
                </a:solidFill>
                <a:latin typeface="Arial" panose="020B0604020202020204" pitchFamily="34" charset="0"/>
              </a:rPr>
              <a:t> 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et al. (2020). </a:t>
            </a:r>
            <a:r>
              <a:rPr lang="en-AU" sz="2000" b="1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A standard protocol for reporting species distribution models.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 </a:t>
            </a:r>
            <a:r>
              <a:rPr lang="en-AU" sz="2000" b="0" i="1" dirty="0" err="1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Ecography</a:t>
            </a:r>
            <a:r>
              <a:rPr lang="en-AU" sz="2000" b="0" i="0" dirty="0">
                <a:solidFill>
                  <a:srgbClr val="222222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endParaRPr lang="en-AU" sz="2400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134062-037E-ABB5-8A7A-662A2A682E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2DA7DE-9AAD-4E1B-8D02-56A3C1A8892A}" type="datetime1">
              <a:rPr lang="en-AU" smtClean="0"/>
              <a:t>8/06/2025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B759C1-9315-A66D-69CF-9E02AAE475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AU"/>
              <a:t>Geospatial Share - Koala SDMs</a:t>
            </a:r>
            <a:endParaRPr lang="en-AU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498AB6-2ECA-33B1-CFD5-786CBD56D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D4B225-800D-4997-8974-A640DB325038}" type="slidenum">
              <a:rPr lang="en-AU" smtClean="0"/>
              <a:t>47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6417992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634</TotalTime>
  <Words>2327</Words>
  <Application>Microsoft Office PowerPoint</Application>
  <PresentationFormat>Widescreen</PresentationFormat>
  <Paragraphs>408</Paragraphs>
  <Slides>47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4" baseType="lpstr">
      <vt:lpstr>Abadi</vt:lpstr>
      <vt:lpstr>Aptos</vt:lpstr>
      <vt:lpstr>Aptos Display</vt:lpstr>
      <vt:lpstr>Arial</vt:lpstr>
      <vt:lpstr>Bierstadt</vt:lpstr>
      <vt:lpstr>Open Sans</vt:lpstr>
      <vt:lpstr>Office Theme</vt:lpstr>
      <vt:lpstr>Modelling the SEQ koala distribution under current and future climate scenarios </vt:lpstr>
      <vt:lpstr>PowerPoint Presentation</vt:lpstr>
      <vt:lpstr>Who are we?</vt:lpstr>
      <vt:lpstr>Who are we?</vt:lpstr>
      <vt:lpstr>Who are you?</vt:lpstr>
      <vt:lpstr>Open-source geospatial tools for conservation under climate change - A Koala case study</vt:lpstr>
      <vt:lpstr>How will this workshop run?</vt:lpstr>
      <vt:lpstr>What are we hoping you’ll get out of it?</vt:lpstr>
      <vt:lpstr>Take home message</vt:lpstr>
      <vt:lpstr>An SDM workflow</vt:lpstr>
      <vt:lpstr>We’ll be doing it based on the flexsdm package</vt:lpstr>
      <vt:lpstr>The SDM question: Where are species and why are they distributed as they are? </vt:lpstr>
      <vt:lpstr>PowerPoint Presentation</vt:lpstr>
      <vt:lpstr>So, you think you want to make an SDM…?</vt:lpstr>
      <vt:lpstr>Koala (Phascolarctos cinereus)</vt:lpstr>
      <vt:lpstr>PowerPoint Presentation</vt:lpstr>
      <vt:lpstr>Case Study: Protecting future koala habitat in South-East Queensland</vt:lpstr>
      <vt:lpstr>Conceptualisation: Some questions to ask yourself </vt:lpstr>
      <vt:lpstr>Conceptualisation: Some questions to ask yourself </vt:lpstr>
      <vt:lpstr>Data  for modelling a species distribution</vt:lpstr>
      <vt:lpstr>Study region – South East Queensland</vt:lpstr>
      <vt:lpstr>Koala data from the ALA </vt:lpstr>
      <vt:lpstr>Background selection</vt:lpstr>
      <vt:lpstr>Environmental layers</vt:lpstr>
      <vt:lpstr>Koala (Phascolarctos cinereus)</vt:lpstr>
      <vt:lpstr>Environmental covariate selection</vt:lpstr>
      <vt:lpstr>BIOCLIM Layers</vt:lpstr>
      <vt:lpstr>Conceptualisation &amp; Data Preparation Resources </vt:lpstr>
      <vt:lpstr>Have a go: Data preparation</vt:lpstr>
      <vt:lpstr>Have a go: Data preparation</vt:lpstr>
      <vt:lpstr>Models and algorithms</vt:lpstr>
      <vt:lpstr>Generalised Linear Model (GLM)</vt:lpstr>
      <vt:lpstr>Partial response plots (response curves)</vt:lpstr>
      <vt:lpstr>Effect sizes</vt:lpstr>
      <vt:lpstr>Interactions between covariates</vt:lpstr>
      <vt:lpstr>Random Forest (RF)</vt:lpstr>
      <vt:lpstr>Partial response plots</vt:lpstr>
      <vt:lpstr>Variable Importance</vt:lpstr>
      <vt:lpstr>Interactions between covariates</vt:lpstr>
      <vt:lpstr>Have a go: Data preparation</vt:lpstr>
      <vt:lpstr>Generating predictions</vt:lpstr>
      <vt:lpstr>Validating SDMs</vt:lpstr>
      <vt:lpstr>Validating SDMs – Evaluation metrics</vt:lpstr>
      <vt:lpstr>Climate projections</vt:lpstr>
      <vt:lpstr>Predicting into the unknown</vt:lpstr>
      <vt:lpstr>Take home message</vt:lpstr>
      <vt:lpstr>Key resources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Charlotte Ruby Patterson</dc:creator>
  <cp:lastModifiedBy>Charlotte Ruby Patterson</cp:lastModifiedBy>
  <cp:revision>1</cp:revision>
  <dcterms:created xsi:type="dcterms:W3CDTF">2025-04-03T00:57:54Z</dcterms:created>
  <dcterms:modified xsi:type="dcterms:W3CDTF">2025-06-08T11:29:42Z</dcterms:modified>
</cp:coreProperties>
</file>