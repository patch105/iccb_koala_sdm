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317" r:id="rId4"/>
    <p:sldId id="265" r:id="rId5"/>
    <p:sldId id="320" r:id="rId6"/>
    <p:sldId id="304" r:id="rId7"/>
    <p:sldId id="266" r:id="rId8"/>
    <p:sldId id="322" r:id="rId9"/>
    <p:sldId id="318" r:id="rId10"/>
    <p:sldId id="289" r:id="rId11"/>
    <p:sldId id="290" r:id="rId12"/>
    <p:sldId id="277" r:id="rId13"/>
    <p:sldId id="293" r:id="rId14"/>
    <p:sldId id="295" r:id="rId15"/>
    <p:sldId id="300" r:id="rId16"/>
    <p:sldId id="323" r:id="rId17"/>
    <p:sldId id="278" r:id="rId18"/>
    <p:sldId id="269" r:id="rId19"/>
    <p:sldId id="296" r:id="rId20"/>
    <p:sldId id="279" r:id="rId21"/>
    <p:sldId id="324" r:id="rId22"/>
    <p:sldId id="281" r:id="rId23"/>
    <p:sldId id="306" r:id="rId24"/>
    <p:sldId id="325" r:id="rId25"/>
    <p:sldId id="301" r:id="rId26"/>
    <p:sldId id="326" r:id="rId27"/>
    <p:sldId id="32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F2AA84"/>
    <a:srgbClr val="0424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B1CE20-3385-4643-AD35-597D449AFC05}" v="438" dt="2025-06-12T02:18:22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Ruby Patterson" userId="5e4f2a4d-4d7e-4526-8ff8-c9f44bf0b6b7" providerId="ADAL" clId="{D31FD800-5519-4CBD-B48F-1780726ABED0}"/>
    <pc:docChg chg="undo custSel addSld delSld modSld sldOrd">
      <pc:chgData name="Charlotte Ruby Patterson" userId="5e4f2a4d-4d7e-4526-8ff8-c9f44bf0b6b7" providerId="ADAL" clId="{D31FD800-5519-4CBD-B48F-1780726ABED0}" dt="2025-04-16T01:11:47.039" v="7844" actId="20577"/>
      <pc:docMkLst>
        <pc:docMk/>
      </pc:docMkLst>
      <pc:sldChg chg="addSp modSp mod">
        <pc:chgData name="Charlotte Ruby Patterson" userId="5e4f2a4d-4d7e-4526-8ff8-c9f44bf0b6b7" providerId="ADAL" clId="{D31FD800-5519-4CBD-B48F-1780726ABED0}" dt="2025-04-15T05:36:12.909" v="2066" actId="1035"/>
        <pc:sldMkLst>
          <pc:docMk/>
          <pc:sldMk cId="3612432494" sldId="256"/>
        </pc:sldMkLst>
        <pc:spChg chg="mod">
          <ac:chgData name="Charlotte Ruby Patterson" userId="5e4f2a4d-4d7e-4526-8ff8-c9f44bf0b6b7" providerId="ADAL" clId="{D31FD800-5519-4CBD-B48F-1780726ABED0}" dt="2025-04-03T01:23:16.264" v="394" actId="20577"/>
          <ac:spMkLst>
            <pc:docMk/>
            <pc:sldMk cId="3612432494" sldId="256"/>
            <ac:spMk id="2" creationId="{D427427A-7DF1-2C46-CFA4-FF7F08F336AC}"/>
          </ac:spMkLst>
        </pc:spChg>
      </pc:sldChg>
      <pc:sldChg chg="add">
        <pc:chgData name="Charlotte Ruby Patterson" userId="5e4f2a4d-4d7e-4526-8ff8-c9f44bf0b6b7" providerId="ADAL" clId="{D31FD800-5519-4CBD-B48F-1780726ABED0}" dt="2025-04-15T23:00:31.323" v="6883"/>
        <pc:sldMkLst>
          <pc:docMk/>
          <pc:sldMk cId="280342551" sldId="257"/>
        </pc:sldMkLst>
      </pc:sldChg>
      <pc:sldChg chg="add del modNotesTx">
        <pc:chgData name="Charlotte Ruby Patterson" userId="5e4f2a4d-4d7e-4526-8ff8-c9f44bf0b6b7" providerId="ADAL" clId="{D31FD800-5519-4CBD-B48F-1780726ABED0}" dt="2025-04-15T06:54:19.651" v="4613" actId="2696"/>
        <pc:sldMkLst>
          <pc:docMk/>
          <pc:sldMk cId="1117058006" sldId="257"/>
        </pc:sldMkLst>
      </pc:sldChg>
      <pc:sldChg chg="addSp delSp modSp new del mod">
        <pc:chgData name="Charlotte Ruby Patterson" userId="5e4f2a4d-4d7e-4526-8ff8-c9f44bf0b6b7" providerId="ADAL" clId="{D31FD800-5519-4CBD-B48F-1780726ABED0}" dt="2025-04-03T01:27:52.498" v="544" actId="2696"/>
        <pc:sldMkLst>
          <pc:docMk/>
          <pc:sldMk cId="2155328107" sldId="257"/>
        </pc:sldMkLst>
      </pc:sldChg>
      <pc:sldChg chg="modSp add del mod">
        <pc:chgData name="Charlotte Ruby Patterson" userId="5e4f2a4d-4d7e-4526-8ff8-c9f44bf0b6b7" providerId="ADAL" clId="{D31FD800-5519-4CBD-B48F-1780726ABED0}" dt="2025-04-15T23:00:29.170" v="6882" actId="2696"/>
        <pc:sldMkLst>
          <pc:docMk/>
          <pc:sldMk cId="2712685205" sldId="257"/>
        </pc:sldMkLst>
      </pc:sldChg>
      <pc:sldChg chg="addSp new del">
        <pc:chgData name="Charlotte Ruby Patterson" userId="5e4f2a4d-4d7e-4526-8ff8-c9f44bf0b6b7" providerId="ADAL" clId="{D31FD800-5519-4CBD-B48F-1780726ABED0}" dt="2025-04-03T01:27:52.498" v="544" actId="2696"/>
        <pc:sldMkLst>
          <pc:docMk/>
          <pc:sldMk cId="437120976" sldId="258"/>
        </pc:sldMkLst>
      </pc:sldChg>
      <pc:sldChg chg="add">
        <pc:chgData name="Charlotte Ruby Patterson" userId="5e4f2a4d-4d7e-4526-8ff8-c9f44bf0b6b7" providerId="ADAL" clId="{D31FD800-5519-4CBD-B48F-1780726ABED0}" dt="2025-04-03T01:27:54.498" v="545"/>
        <pc:sldMkLst>
          <pc:docMk/>
          <pc:sldMk cId="4007922882" sldId="258"/>
        </pc:sldMkLst>
      </pc:sldChg>
      <pc:sldChg chg="addSp modSp new mod">
        <pc:chgData name="Charlotte Ruby Patterson" userId="5e4f2a4d-4d7e-4526-8ff8-c9f44bf0b6b7" providerId="ADAL" clId="{D31FD800-5519-4CBD-B48F-1780726ABED0}" dt="2025-04-03T01:18:21.747" v="276" actId="1076"/>
        <pc:sldMkLst>
          <pc:docMk/>
          <pc:sldMk cId="2889341016" sldId="259"/>
        </pc:sldMkLst>
      </pc:sldChg>
      <pc:sldChg chg="modSp new mod ord">
        <pc:chgData name="Charlotte Ruby Patterson" userId="5e4f2a4d-4d7e-4526-8ff8-c9f44bf0b6b7" providerId="ADAL" clId="{D31FD800-5519-4CBD-B48F-1780726ABED0}" dt="2025-04-15T07:27:59.913" v="6609"/>
        <pc:sldMkLst>
          <pc:docMk/>
          <pc:sldMk cId="2641799269" sldId="260"/>
        </pc:sldMkLst>
        <pc:spChg chg="mod">
          <ac:chgData name="Charlotte Ruby Patterson" userId="5e4f2a4d-4d7e-4526-8ff8-c9f44bf0b6b7" providerId="ADAL" clId="{D31FD800-5519-4CBD-B48F-1780726ABED0}" dt="2025-04-03T01:14:43.825" v="200" actId="20577"/>
          <ac:spMkLst>
            <pc:docMk/>
            <pc:sldMk cId="2641799269" sldId="260"/>
            <ac:spMk id="2" creationId="{E416B7F0-CEB3-F66C-96ED-ABBD9330E3DC}"/>
          </ac:spMkLst>
        </pc:spChg>
        <pc:spChg chg="mod">
          <ac:chgData name="Charlotte Ruby Patterson" userId="5e4f2a4d-4d7e-4526-8ff8-c9f44bf0b6b7" providerId="ADAL" clId="{D31FD800-5519-4CBD-B48F-1780726ABED0}" dt="2025-04-03T01:18:06.249" v="274" actId="20577"/>
          <ac:spMkLst>
            <pc:docMk/>
            <pc:sldMk cId="2641799269" sldId="260"/>
            <ac:spMk id="3" creationId="{194045D3-386D-B57E-BFD8-FF722359D076}"/>
          </ac:spMkLst>
        </pc:spChg>
      </pc:sldChg>
      <pc:sldChg chg="addSp delSp modSp add del mod">
        <pc:chgData name="Charlotte Ruby Patterson" userId="5e4f2a4d-4d7e-4526-8ff8-c9f44bf0b6b7" providerId="ADAL" clId="{D31FD800-5519-4CBD-B48F-1780726ABED0}" dt="2025-04-15T06:29:02.847" v="4300" actId="47"/>
        <pc:sldMkLst>
          <pc:docMk/>
          <pc:sldMk cId="3016005132" sldId="261"/>
        </pc:sldMkLst>
      </pc:sldChg>
      <pc:sldChg chg="addSp delSp modSp add del mod">
        <pc:chgData name="Charlotte Ruby Patterson" userId="5e4f2a4d-4d7e-4526-8ff8-c9f44bf0b6b7" providerId="ADAL" clId="{D31FD800-5519-4CBD-B48F-1780726ABED0}" dt="2025-04-15T06:29:02.847" v="4300" actId="47"/>
        <pc:sldMkLst>
          <pc:docMk/>
          <pc:sldMk cId="1661170178" sldId="262"/>
        </pc:sldMkLst>
      </pc:sldChg>
      <pc:sldChg chg="addSp delSp modSp new mod ord">
        <pc:chgData name="Charlotte Ruby Patterson" userId="5e4f2a4d-4d7e-4526-8ff8-c9f44bf0b6b7" providerId="ADAL" clId="{D31FD800-5519-4CBD-B48F-1780726ABED0}" dt="2025-04-03T01:49:39.648" v="972" actId="20577"/>
        <pc:sldMkLst>
          <pc:docMk/>
          <pc:sldMk cId="1253255337" sldId="263"/>
        </pc:sldMkLst>
      </pc:sldChg>
      <pc:sldChg chg="addSp delSp modSp new mod modAnim">
        <pc:chgData name="Charlotte Ruby Patterson" userId="5e4f2a4d-4d7e-4526-8ff8-c9f44bf0b6b7" providerId="ADAL" clId="{D31FD800-5519-4CBD-B48F-1780726ABED0}" dt="2025-04-15T05:00:56.753" v="1702" actId="1076"/>
        <pc:sldMkLst>
          <pc:docMk/>
          <pc:sldMk cId="331342616" sldId="264"/>
        </pc:sldMkLst>
      </pc:sldChg>
      <pc:sldChg chg="modSp add mod">
        <pc:chgData name="Charlotte Ruby Patterson" userId="5e4f2a4d-4d7e-4526-8ff8-c9f44bf0b6b7" providerId="ADAL" clId="{D31FD800-5519-4CBD-B48F-1780726ABED0}" dt="2025-04-15T22:55:15.358" v="6680" actId="20577"/>
        <pc:sldMkLst>
          <pc:docMk/>
          <pc:sldMk cId="1371601781" sldId="265"/>
        </pc:sldMkLst>
        <pc:spChg chg="mod">
          <ac:chgData name="Charlotte Ruby Patterson" userId="5e4f2a4d-4d7e-4526-8ff8-c9f44bf0b6b7" providerId="ADAL" clId="{D31FD800-5519-4CBD-B48F-1780726ABED0}" dt="2025-04-03T01:24:37.647" v="522" actId="20577"/>
          <ac:spMkLst>
            <pc:docMk/>
            <pc:sldMk cId="1371601781" sldId="265"/>
            <ac:spMk id="2" creationId="{D808B9B5-8D56-7E22-DC7D-3588E8A95DAD}"/>
          </ac:spMkLst>
        </pc:spChg>
        <pc:spChg chg="mod">
          <ac:chgData name="Charlotte Ruby Patterson" userId="5e4f2a4d-4d7e-4526-8ff8-c9f44bf0b6b7" providerId="ADAL" clId="{D31FD800-5519-4CBD-B48F-1780726ABED0}" dt="2025-04-15T22:55:15.358" v="6680" actId="20577"/>
          <ac:spMkLst>
            <pc:docMk/>
            <pc:sldMk cId="1371601781" sldId="265"/>
            <ac:spMk id="3" creationId="{91067EC3-A3BD-296C-7F49-B08805173E11}"/>
          </ac:spMkLst>
        </pc:spChg>
      </pc:sldChg>
      <pc:sldChg chg="addSp delSp modSp add mod delAnim modAnim modNotesTx">
        <pc:chgData name="Charlotte Ruby Patterson" userId="5e4f2a4d-4d7e-4526-8ff8-c9f44bf0b6b7" providerId="ADAL" clId="{D31FD800-5519-4CBD-B48F-1780726ABED0}" dt="2025-04-15T07:25:33.899" v="6521" actId="20577"/>
        <pc:sldMkLst>
          <pc:docMk/>
          <pc:sldMk cId="65016677" sldId="266"/>
        </pc:sldMkLst>
        <pc:spChg chg="mod">
          <ac:chgData name="Charlotte Ruby Patterson" userId="5e4f2a4d-4d7e-4526-8ff8-c9f44bf0b6b7" providerId="ADAL" clId="{D31FD800-5519-4CBD-B48F-1780726ABED0}" dt="2025-04-15T05:42:26.585" v="2190" actId="1036"/>
          <ac:spMkLst>
            <pc:docMk/>
            <pc:sldMk cId="65016677" sldId="266"/>
            <ac:spMk id="2" creationId="{1B790A4D-50FF-1253-1551-5BCB378406D2}"/>
          </ac:spMkLst>
        </pc:spChg>
        <pc:spChg chg="mod">
          <ac:chgData name="Charlotte Ruby Patterson" userId="5e4f2a4d-4d7e-4526-8ff8-c9f44bf0b6b7" providerId="ADAL" clId="{D31FD800-5519-4CBD-B48F-1780726ABED0}" dt="2025-04-15T05:44:11.217" v="2208" actId="1076"/>
          <ac:spMkLst>
            <pc:docMk/>
            <pc:sldMk cId="65016677" sldId="266"/>
            <ac:spMk id="3" creationId="{5E7BF1BB-BDB8-1E26-D07D-3A357E6C46BE}"/>
          </ac:spMkLst>
        </pc:spChg>
      </pc:sldChg>
      <pc:sldChg chg="addSp delSp modSp new del mod">
        <pc:chgData name="Charlotte Ruby Patterson" userId="5e4f2a4d-4d7e-4526-8ff8-c9f44bf0b6b7" providerId="ADAL" clId="{D31FD800-5519-4CBD-B48F-1780726ABED0}" dt="2025-04-15T07:18:28.884" v="6287" actId="47"/>
        <pc:sldMkLst>
          <pc:docMk/>
          <pc:sldMk cId="1153821141" sldId="267"/>
        </pc:sldMkLst>
      </pc:sldChg>
      <pc:sldChg chg="addSp modSp new mod">
        <pc:chgData name="Charlotte Ruby Patterson" userId="5e4f2a4d-4d7e-4526-8ff8-c9f44bf0b6b7" providerId="ADAL" clId="{D31FD800-5519-4CBD-B48F-1780726ABED0}" dt="2025-04-15T23:03:25.250" v="7094" actId="1076"/>
        <pc:sldMkLst>
          <pc:docMk/>
          <pc:sldMk cId="1197906918" sldId="268"/>
        </pc:sldMkLst>
        <pc:spChg chg="mod">
          <ac:chgData name="Charlotte Ruby Patterson" userId="5e4f2a4d-4d7e-4526-8ff8-c9f44bf0b6b7" providerId="ADAL" clId="{D31FD800-5519-4CBD-B48F-1780726ABED0}" dt="2025-04-15T07:19:09.975" v="6311" actId="20577"/>
          <ac:spMkLst>
            <pc:docMk/>
            <pc:sldMk cId="1197906918" sldId="268"/>
            <ac:spMk id="2" creationId="{8FA8327A-C216-F68F-055E-2696CEEFA144}"/>
          </ac:spMkLst>
        </pc:spChg>
        <pc:spChg chg="mod">
          <ac:chgData name="Charlotte Ruby Patterson" userId="5e4f2a4d-4d7e-4526-8ff8-c9f44bf0b6b7" providerId="ADAL" clId="{D31FD800-5519-4CBD-B48F-1780726ABED0}" dt="2025-04-15T23:03:14.681" v="7093" actId="20577"/>
          <ac:spMkLst>
            <pc:docMk/>
            <pc:sldMk cId="1197906918" sldId="268"/>
            <ac:spMk id="3" creationId="{EFB0CA68-2DD8-3082-79DF-DA6016D1CBDE}"/>
          </ac:spMkLst>
        </pc:spChg>
        <pc:spChg chg="add mod">
          <ac:chgData name="Charlotte Ruby Patterson" userId="5e4f2a4d-4d7e-4526-8ff8-c9f44bf0b6b7" providerId="ADAL" clId="{D31FD800-5519-4CBD-B48F-1780726ABED0}" dt="2025-04-15T23:03:25.250" v="7094" actId="1076"/>
          <ac:spMkLst>
            <pc:docMk/>
            <pc:sldMk cId="1197906918" sldId="268"/>
            <ac:spMk id="8" creationId="{530CCEF8-6F00-D4D4-D066-0BB5DFA98670}"/>
          </ac:spMkLst>
        </pc:spChg>
      </pc:sldChg>
      <pc:sldChg chg="add del">
        <pc:chgData name="Charlotte Ruby Patterson" userId="5e4f2a4d-4d7e-4526-8ff8-c9f44bf0b6b7" providerId="ADAL" clId="{D31FD800-5519-4CBD-B48F-1780726ABED0}" dt="2025-04-15T06:44:03.962" v="4527" actId="2696"/>
        <pc:sldMkLst>
          <pc:docMk/>
          <pc:sldMk cId="1311842594" sldId="269"/>
        </pc:sldMkLst>
      </pc:sldChg>
      <pc:sldChg chg="addSp delSp modSp new del mod ord">
        <pc:chgData name="Charlotte Ruby Patterson" userId="5e4f2a4d-4d7e-4526-8ff8-c9f44bf0b6b7" providerId="ADAL" clId="{D31FD800-5519-4CBD-B48F-1780726ABED0}" dt="2025-04-15T06:30:34.994" v="4343" actId="2696"/>
        <pc:sldMkLst>
          <pc:docMk/>
          <pc:sldMk cId="1685990104" sldId="269"/>
        </pc:sldMkLst>
      </pc:sldChg>
      <pc:sldChg chg="modSp add mod">
        <pc:chgData name="Charlotte Ruby Patterson" userId="5e4f2a4d-4d7e-4526-8ff8-c9f44bf0b6b7" providerId="ADAL" clId="{D31FD800-5519-4CBD-B48F-1780726ABED0}" dt="2025-04-15T06:48:02.716" v="4609" actId="6549"/>
        <pc:sldMkLst>
          <pc:docMk/>
          <pc:sldMk cId="2480066747" sldId="269"/>
        </pc:sldMkLst>
        <pc:spChg chg="mod">
          <ac:chgData name="Charlotte Ruby Patterson" userId="5e4f2a4d-4d7e-4526-8ff8-c9f44bf0b6b7" providerId="ADAL" clId="{D31FD800-5519-4CBD-B48F-1780726ABED0}" dt="2025-04-15T06:48:02.716" v="4609" actId="6549"/>
          <ac:spMkLst>
            <pc:docMk/>
            <pc:sldMk cId="2480066747" sldId="269"/>
            <ac:spMk id="3" creationId="{4E532C00-C1ED-5786-8984-240EDACC7423}"/>
          </ac:spMkLst>
        </pc:spChg>
      </pc:sldChg>
      <pc:sldChg chg="addSp modSp add mod modAnim">
        <pc:chgData name="Charlotte Ruby Patterson" userId="5e4f2a4d-4d7e-4526-8ff8-c9f44bf0b6b7" providerId="ADAL" clId="{D31FD800-5519-4CBD-B48F-1780726ABED0}" dt="2025-04-15T23:03:33.384" v="7096"/>
        <pc:sldMkLst>
          <pc:docMk/>
          <pc:sldMk cId="2193096466" sldId="270"/>
        </pc:sldMkLst>
      </pc:sldChg>
      <pc:sldChg chg="add del">
        <pc:chgData name="Charlotte Ruby Patterson" userId="5e4f2a4d-4d7e-4526-8ff8-c9f44bf0b6b7" providerId="ADAL" clId="{D31FD800-5519-4CBD-B48F-1780726ABED0}" dt="2025-04-13T23:52:29.616" v="974" actId="47"/>
        <pc:sldMkLst>
          <pc:docMk/>
          <pc:sldMk cId="2839118646" sldId="270"/>
        </pc:sldMkLst>
      </pc:sldChg>
      <pc:sldChg chg="modSp add mod">
        <pc:chgData name="Charlotte Ruby Patterson" userId="5e4f2a4d-4d7e-4526-8ff8-c9f44bf0b6b7" providerId="ADAL" clId="{D31FD800-5519-4CBD-B48F-1780726ABED0}" dt="2025-04-15T07:17:26.218" v="6280" actId="20577"/>
        <pc:sldMkLst>
          <pc:docMk/>
          <pc:sldMk cId="2087227611" sldId="271"/>
        </pc:sldMkLst>
      </pc:sldChg>
      <pc:sldChg chg="modSp new del mod">
        <pc:chgData name="Charlotte Ruby Patterson" userId="5e4f2a4d-4d7e-4526-8ff8-c9f44bf0b6b7" providerId="ADAL" clId="{D31FD800-5519-4CBD-B48F-1780726ABED0}" dt="2025-04-15T07:15:22.703" v="6178" actId="2696"/>
        <pc:sldMkLst>
          <pc:docMk/>
          <pc:sldMk cId="3456446542" sldId="271"/>
        </pc:sldMkLst>
      </pc:sldChg>
      <pc:sldChg chg="ord">
        <pc:chgData name="Charlotte Ruby Patterson" userId="5e4f2a4d-4d7e-4526-8ff8-c9f44bf0b6b7" providerId="ADAL" clId="{D31FD800-5519-4CBD-B48F-1780726ABED0}" dt="2025-04-15T07:18:19.818" v="6286"/>
        <pc:sldMkLst>
          <pc:docMk/>
          <pc:sldMk cId="3238544389" sldId="273"/>
        </pc:sldMkLst>
      </pc:sldChg>
      <pc:sldChg chg="add ord">
        <pc:chgData name="Charlotte Ruby Patterson" userId="5e4f2a4d-4d7e-4526-8ff8-c9f44bf0b6b7" providerId="ADAL" clId="{D31FD800-5519-4CBD-B48F-1780726ABED0}" dt="2025-04-15T23:25:09.430" v="7305"/>
        <pc:sldMkLst>
          <pc:docMk/>
          <pc:sldMk cId="3116362063" sldId="275"/>
        </pc:sldMkLst>
      </pc:sldChg>
      <pc:sldChg chg="del">
        <pc:chgData name="Charlotte Ruby Patterson" userId="5e4f2a4d-4d7e-4526-8ff8-c9f44bf0b6b7" providerId="ADAL" clId="{D31FD800-5519-4CBD-B48F-1780726ABED0}" dt="2025-04-15T06:53:46.341" v="4611" actId="2696"/>
        <pc:sldMkLst>
          <pc:docMk/>
          <pc:sldMk cId="3969880006" sldId="275"/>
        </pc:sldMkLst>
      </pc:sldChg>
      <pc:sldChg chg="addSp delSp modSp mod modNotesTx">
        <pc:chgData name="Charlotte Ruby Patterson" userId="5e4f2a4d-4d7e-4526-8ff8-c9f44bf0b6b7" providerId="ADAL" clId="{D31FD800-5519-4CBD-B48F-1780726ABED0}" dt="2025-04-15T07:12:09.687" v="5695" actId="1076"/>
        <pc:sldMkLst>
          <pc:docMk/>
          <pc:sldMk cId="3096656171" sldId="277"/>
        </pc:sldMkLst>
        <pc:spChg chg="mod">
          <ac:chgData name="Charlotte Ruby Patterson" userId="5e4f2a4d-4d7e-4526-8ff8-c9f44bf0b6b7" providerId="ADAL" clId="{D31FD800-5519-4CBD-B48F-1780726ABED0}" dt="2025-04-15T06:22:17.169" v="3751" actId="20577"/>
          <ac:spMkLst>
            <pc:docMk/>
            <pc:sldMk cId="3096656171" sldId="277"/>
            <ac:spMk id="2" creationId="{75378156-2E75-552D-9CF5-22A7DD3A0952}"/>
          </ac:spMkLst>
        </pc:spChg>
        <pc:spChg chg="mod">
          <ac:chgData name="Charlotte Ruby Patterson" userId="5e4f2a4d-4d7e-4526-8ff8-c9f44bf0b6b7" providerId="ADAL" clId="{D31FD800-5519-4CBD-B48F-1780726ABED0}" dt="2025-04-15T06:22:43.537" v="3771" actId="20577"/>
          <ac:spMkLst>
            <pc:docMk/>
            <pc:sldMk cId="3096656171" sldId="277"/>
            <ac:spMk id="3" creationId="{8FEEAB43-DF47-5B9B-A9FA-889387034658}"/>
          </ac:spMkLst>
        </pc:spChg>
        <pc:spChg chg="mod">
          <ac:chgData name="Charlotte Ruby Patterson" userId="5e4f2a4d-4d7e-4526-8ff8-c9f44bf0b6b7" providerId="ADAL" clId="{D31FD800-5519-4CBD-B48F-1780726ABED0}" dt="2025-04-15T07:12:09.687" v="5695" actId="1076"/>
          <ac:spMkLst>
            <pc:docMk/>
            <pc:sldMk cId="3096656171" sldId="277"/>
            <ac:spMk id="4" creationId="{62B71929-189E-1699-DB71-384B3C13EC4B}"/>
          </ac:spMkLst>
        </pc:spChg>
        <pc:spChg chg="add mod">
          <ac:chgData name="Charlotte Ruby Patterson" userId="5e4f2a4d-4d7e-4526-8ff8-c9f44bf0b6b7" providerId="ADAL" clId="{D31FD800-5519-4CBD-B48F-1780726ABED0}" dt="2025-04-15T07:12:07.520" v="5693" actId="14100"/>
          <ac:spMkLst>
            <pc:docMk/>
            <pc:sldMk cId="3096656171" sldId="277"/>
            <ac:spMk id="14" creationId="{FF4DDE47-BAE7-B898-14CD-19830C6E5F97}"/>
          </ac:spMkLst>
        </pc:spChg>
        <pc:picChg chg="add mod">
          <ac:chgData name="Charlotte Ruby Patterson" userId="5e4f2a4d-4d7e-4526-8ff8-c9f44bf0b6b7" providerId="ADAL" clId="{D31FD800-5519-4CBD-B48F-1780726ABED0}" dt="2025-04-15T06:23:44.415" v="3849" actId="1076"/>
          <ac:picMkLst>
            <pc:docMk/>
            <pc:sldMk cId="3096656171" sldId="277"/>
            <ac:picMk id="11" creationId="{FCC0750F-AE16-D1AD-D706-D3DA6C24A8B9}"/>
          </ac:picMkLst>
        </pc:picChg>
        <pc:picChg chg="add mod">
          <ac:chgData name="Charlotte Ruby Patterson" userId="5e4f2a4d-4d7e-4526-8ff8-c9f44bf0b6b7" providerId="ADAL" clId="{D31FD800-5519-4CBD-B48F-1780726ABED0}" dt="2025-04-15T06:24:01.891" v="3855" actId="1076"/>
          <ac:picMkLst>
            <pc:docMk/>
            <pc:sldMk cId="3096656171" sldId="277"/>
            <ac:picMk id="13" creationId="{71852ACA-F98B-403D-7D7F-F41AC242F131}"/>
          </ac:picMkLst>
        </pc:picChg>
        <pc:picChg chg="add mod">
          <ac:chgData name="Charlotte Ruby Patterson" userId="5e4f2a4d-4d7e-4526-8ff8-c9f44bf0b6b7" providerId="ADAL" clId="{D31FD800-5519-4CBD-B48F-1780726ABED0}" dt="2025-04-15T07:11:31.920" v="5582"/>
          <ac:picMkLst>
            <pc:docMk/>
            <pc:sldMk cId="3096656171" sldId="277"/>
            <ac:picMk id="15" creationId="{1585840E-F7A6-9CDB-6ABA-96C7F809EEBA}"/>
          </ac:picMkLst>
        </pc:picChg>
      </pc:sldChg>
      <pc:sldChg chg="addSp delSp modSp mod ord modNotesTx">
        <pc:chgData name="Charlotte Ruby Patterson" userId="5e4f2a4d-4d7e-4526-8ff8-c9f44bf0b6b7" providerId="ADAL" clId="{D31FD800-5519-4CBD-B48F-1780726ABED0}" dt="2025-04-15T23:25:04.863" v="7303" actId="20577"/>
        <pc:sldMkLst>
          <pc:docMk/>
          <pc:sldMk cId="88110481" sldId="278"/>
        </pc:sldMkLst>
        <pc:spChg chg="mod">
          <ac:chgData name="Charlotte Ruby Patterson" userId="5e4f2a4d-4d7e-4526-8ff8-c9f44bf0b6b7" providerId="ADAL" clId="{D31FD800-5519-4CBD-B48F-1780726ABED0}" dt="2025-04-15T23:23:53.363" v="7167" actId="20577"/>
          <ac:spMkLst>
            <pc:docMk/>
            <pc:sldMk cId="88110481" sldId="278"/>
            <ac:spMk id="3" creationId="{94E95C65-1136-8AB4-7DA3-2CCD01A0338C}"/>
          </ac:spMkLst>
        </pc:spChg>
        <pc:spChg chg="add mod">
          <ac:chgData name="Charlotte Ruby Patterson" userId="5e4f2a4d-4d7e-4526-8ff8-c9f44bf0b6b7" providerId="ADAL" clId="{D31FD800-5519-4CBD-B48F-1780726ABED0}" dt="2025-04-15T06:28:27.128" v="4299" actId="20577"/>
          <ac:spMkLst>
            <pc:docMk/>
            <pc:sldMk cId="88110481" sldId="278"/>
            <ac:spMk id="12" creationId="{A3503715-9AD5-22D1-0DAF-819CFB5711BC}"/>
          </ac:spMkLst>
        </pc:spChg>
        <pc:picChg chg="add mod">
          <ac:chgData name="Charlotte Ruby Patterson" userId="5e4f2a4d-4d7e-4526-8ff8-c9f44bf0b6b7" providerId="ADAL" clId="{D31FD800-5519-4CBD-B48F-1780726ABED0}" dt="2025-04-15T06:26:26.363" v="3951" actId="1076"/>
          <ac:picMkLst>
            <pc:docMk/>
            <pc:sldMk cId="88110481" sldId="278"/>
            <ac:picMk id="10" creationId="{945A26B9-B377-E385-459E-E4442C5A1D5E}"/>
          </ac:picMkLst>
        </pc:picChg>
        <pc:picChg chg="add mod">
          <ac:chgData name="Charlotte Ruby Patterson" userId="5e4f2a4d-4d7e-4526-8ff8-c9f44bf0b6b7" providerId="ADAL" clId="{D31FD800-5519-4CBD-B48F-1780726ABED0}" dt="2025-04-15T06:26:23.880" v="3950" actId="1076"/>
          <ac:picMkLst>
            <pc:docMk/>
            <pc:sldMk cId="88110481" sldId="278"/>
            <ac:picMk id="11" creationId="{96330B59-EA5B-522F-35EC-957EF977E26B}"/>
          </ac:picMkLst>
        </pc:picChg>
      </pc:sldChg>
      <pc:sldChg chg="addSp delSp modSp mod">
        <pc:chgData name="Charlotte Ruby Patterson" userId="5e4f2a4d-4d7e-4526-8ff8-c9f44bf0b6b7" providerId="ADAL" clId="{D31FD800-5519-4CBD-B48F-1780726ABED0}" dt="2025-04-15T07:04:28.841" v="5041" actId="20577"/>
        <pc:sldMkLst>
          <pc:docMk/>
          <pc:sldMk cId="1562069655" sldId="279"/>
        </pc:sldMkLst>
        <pc:spChg chg="mod">
          <ac:chgData name="Charlotte Ruby Patterson" userId="5e4f2a4d-4d7e-4526-8ff8-c9f44bf0b6b7" providerId="ADAL" clId="{D31FD800-5519-4CBD-B48F-1780726ABED0}" dt="2025-04-15T07:04:28.841" v="5041" actId="20577"/>
          <ac:spMkLst>
            <pc:docMk/>
            <pc:sldMk cId="1562069655" sldId="279"/>
            <ac:spMk id="3" creationId="{B9C89900-6A1F-5F9F-CFF6-873710384649}"/>
          </ac:spMkLst>
        </pc:spChg>
        <pc:picChg chg="add mod">
          <ac:chgData name="Charlotte Ruby Patterson" userId="5e4f2a4d-4d7e-4526-8ff8-c9f44bf0b6b7" providerId="ADAL" clId="{D31FD800-5519-4CBD-B48F-1780726ABED0}" dt="2025-04-15T07:02:35.891" v="4901" actId="1076"/>
          <ac:picMkLst>
            <pc:docMk/>
            <pc:sldMk cId="1562069655" sldId="279"/>
            <ac:picMk id="13" creationId="{58B5449E-6794-A636-AA52-7456093B51FA}"/>
          </ac:picMkLst>
        </pc:picChg>
        <pc:picChg chg="add mod">
          <ac:chgData name="Charlotte Ruby Patterson" userId="5e4f2a4d-4d7e-4526-8ff8-c9f44bf0b6b7" providerId="ADAL" clId="{D31FD800-5519-4CBD-B48F-1780726ABED0}" dt="2025-04-15T07:02:33.991" v="4900" actId="1076"/>
          <ac:picMkLst>
            <pc:docMk/>
            <pc:sldMk cId="1562069655" sldId="279"/>
            <ac:picMk id="15" creationId="{9D59E5B0-2DC2-C959-BE39-82BF5A36B9CA}"/>
          </ac:picMkLst>
        </pc:picChg>
      </pc:sldChg>
      <pc:sldChg chg="addSp delSp modSp mod modAnim">
        <pc:chgData name="Charlotte Ruby Patterson" userId="5e4f2a4d-4d7e-4526-8ff8-c9f44bf0b6b7" providerId="ADAL" clId="{D31FD800-5519-4CBD-B48F-1780726ABED0}" dt="2025-04-16T01:10:49.249" v="7684" actId="20577"/>
        <pc:sldMkLst>
          <pc:docMk/>
          <pc:sldMk cId="1287532557" sldId="281"/>
        </pc:sldMkLst>
        <pc:spChg chg="add mod">
          <ac:chgData name="Charlotte Ruby Patterson" userId="5e4f2a4d-4d7e-4526-8ff8-c9f44bf0b6b7" providerId="ADAL" clId="{D31FD800-5519-4CBD-B48F-1780726ABED0}" dt="2025-04-16T01:10:49.249" v="7684" actId="20577"/>
          <ac:spMkLst>
            <pc:docMk/>
            <pc:sldMk cId="1287532557" sldId="281"/>
            <ac:spMk id="8" creationId="{8A9C76BE-4B72-3F89-FB4D-F42120927710}"/>
          </ac:spMkLst>
        </pc:spChg>
        <pc:spChg chg="add mod">
          <ac:chgData name="Charlotte Ruby Patterson" userId="5e4f2a4d-4d7e-4526-8ff8-c9f44bf0b6b7" providerId="ADAL" clId="{D31FD800-5519-4CBD-B48F-1780726ABED0}" dt="2025-04-15T07:27:50.264" v="6607" actId="20577"/>
          <ac:spMkLst>
            <pc:docMk/>
            <pc:sldMk cId="1287532557" sldId="281"/>
            <ac:spMk id="11" creationId="{5738A741-CBA3-BF1A-5177-FD4CBBF02B79}"/>
          </ac:spMkLst>
        </pc:spChg>
        <pc:picChg chg="add mod">
          <ac:chgData name="Charlotte Ruby Patterson" userId="5e4f2a4d-4d7e-4526-8ff8-c9f44bf0b6b7" providerId="ADAL" clId="{D31FD800-5519-4CBD-B48F-1780726ABED0}" dt="2025-04-16T01:10:36.420" v="7612"/>
          <ac:picMkLst>
            <pc:docMk/>
            <pc:sldMk cId="1287532557" sldId="281"/>
            <ac:picMk id="9" creationId="{DD40385A-9947-E5C3-BA0B-5D282453183E}"/>
          </ac:picMkLst>
        </pc:picChg>
        <pc:picChg chg="add mod">
          <ac:chgData name="Charlotte Ruby Patterson" userId="5e4f2a4d-4d7e-4526-8ff8-c9f44bf0b6b7" providerId="ADAL" clId="{D31FD800-5519-4CBD-B48F-1780726ABED0}" dt="2025-04-15T07:27:28.030" v="6565" actId="1076"/>
          <ac:picMkLst>
            <pc:docMk/>
            <pc:sldMk cId="1287532557" sldId="281"/>
            <ac:picMk id="10" creationId="{3B15B6B9-64CD-379B-2481-629E11B163B7}"/>
          </ac:picMkLst>
        </pc:picChg>
      </pc:sldChg>
      <pc:sldChg chg="ord">
        <pc:chgData name="Charlotte Ruby Patterson" userId="5e4f2a4d-4d7e-4526-8ff8-c9f44bf0b6b7" providerId="ADAL" clId="{D31FD800-5519-4CBD-B48F-1780726ABED0}" dt="2025-04-15T07:18:48.817" v="6301"/>
        <pc:sldMkLst>
          <pc:docMk/>
          <pc:sldMk cId="2480356457" sldId="283"/>
        </pc:sldMkLst>
      </pc:sldChg>
      <pc:sldChg chg="new del">
        <pc:chgData name="Charlotte Ruby Patterson" userId="5e4f2a4d-4d7e-4526-8ff8-c9f44bf0b6b7" providerId="ADAL" clId="{D31FD800-5519-4CBD-B48F-1780726ABED0}" dt="2025-04-15T05:01:30.413" v="1704" actId="47"/>
        <pc:sldMkLst>
          <pc:docMk/>
          <pc:sldMk cId="315129609" sldId="284"/>
        </pc:sldMkLst>
      </pc:sldChg>
      <pc:sldChg chg="modSp new del mod ord">
        <pc:chgData name="Charlotte Ruby Patterson" userId="5e4f2a4d-4d7e-4526-8ff8-c9f44bf0b6b7" providerId="ADAL" clId="{D31FD800-5519-4CBD-B48F-1780726ABED0}" dt="2025-04-15T07:15:51.935" v="6180" actId="47"/>
        <pc:sldMkLst>
          <pc:docMk/>
          <pc:sldMk cId="3627102658" sldId="284"/>
        </pc:sldMkLst>
      </pc:sldChg>
      <pc:sldChg chg="addSp delSp new del mod">
        <pc:chgData name="Charlotte Ruby Patterson" userId="5e4f2a4d-4d7e-4526-8ff8-c9f44bf0b6b7" providerId="ADAL" clId="{D31FD800-5519-4CBD-B48F-1780726ABED0}" dt="2025-04-15T06:29:16.227" v="4301" actId="47"/>
        <pc:sldMkLst>
          <pc:docMk/>
          <pc:sldMk cId="2017615769" sldId="285"/>
        </pc:sldMkLst>
      </pc:sldChg>
      <pc:sldChg chg="new del">
        <pc:chgData name="Charlotte Ruby Patterson" userId="5e4f2a4d-4d7e-4526-8ff8-c9f44bf0b6b7" providerId="ADAL" clId="{D31FD800-5519-4CBD-B48F-1780726ABED0}" dt="2025-04-15T05:33:39.566" v="2051" actId="47"/>
        <pc:sldMkLst>
          <pc:docMk/>
          <pc:sldMk cId="2663337338" sldId="285"/>
        </pc:sldMkLst>
      </pc:sldChg>
      <pc:sldChg chg="addSp delSp modSp new mod ord delAnim modAnim">
        <pc:chgData name="Charlotte Ruby Patterson" userId="5e4f2a4d-4d7e-4526-8ff8-c9f44bf0b6b7" providerId="ADAL" clId="{D31FD800-5519-4CBD-B48F-1780726ABED0}" dt="2025-04-15T22:58:16.092" v="6681"/>
        <pc:sldMkLst>
          <pc:docMk/>
          <pc:sldMk cId="1553231249" sldId="286"/>
        </pc:sldMkLst>
      </pc:sldChg>
      <pc:sldChg chg="addSp delSp modSp new del mod">
        <pc:chgData name="Charlotte Ruby Patterson" userId="5e4f2a4d-4d7e-4526-8ff8-c9f44bf0b6b7" providerId="ADAL" clId="{D31FD800-5519-4CBD-B48F-1780726ABED0}" dt="2025-04-15T06:16:42.786" v="3501" actId="47"/>
        <pc:sldMkLst>
          <pc:docMk/>
          <pc:sldMk cId="611736241" sldId="287"/>
        </pc:sldMkLst>
      </pc:sldChg>
      <pc:sldChg chg="addSp delSp modSp new mod modAnim modNotesTx">
        <pc:chgData name="Charlotte Ruby Patterson" userId="5e4f2a4d-4d7e-4526-8ff8-c9f44bf0b6b7" providerId="ADAL" clId="{D31FD800-5519-4CBD-B48F-1780726ABED0}" dt="2025-04-15T22:59:03.891" v="6752" actId="6549"/>
        <pc:sldMkLst>
          <pc:docMk/>
          <pc:sldMk cId="814873531" sldId="288"/>
        </pc:sldMkLst>
      </pc:sldChg>
      <pc:sldChg chg="modSp new del mod">
        <pc:chgData name="Charlotte Ruby Patterson" userId="5e4f2a4d-4d7e-4526-8ff8-c9f44bf0b6b7" providerId="ADAL" clId="{D31FD800-5519-4CBD-B48F-1780726ABED0}" dt="2025-04-15T06:09:09.313" v="3312" actId="47"/>
        <pc:sldMkLst>
          <pc:docMk/>
          <pc:sldMk cId="972526169" sldId="289"/>
        </pc:sldMkLst>
      </pc:sldChg>
      <pc:sldChg chg="addSp delSp modSp new mod modAnim">
        <pc:chgData name="Charlotte Ruby Patterson" userId="5e4f2a4d-4d7e-4526-8ff8-c9f44bf0b6b7" providerId="ADAL" clId="{D31FD800-5519-4CBD-B48F-1780726ABED0}" dt="2025-04-15T06:22:03.516" v="3714"/>
        <pc:sldMkLst>
          <pc:docMk/>
          <pc:sldMk cId="978555237" sldId="289"/>
        </pc:sldMkLst>
        <pc:spChg chg="mod">
          <ac:chgData name="Charlotte Ruby Patterson" userId="5e4f2a4d-4d7e-4526-8ff8-c9f44bf0b6b7" providerId="ADAL" clId="{D31FD800-5519-4CBD-B48F-1780726ABED0}" dt="2025-04-15T06:10:17.997" v="3373" actId="27636"/>
          <ac:spMkLst>
            <pc:docMk/>
            <pc:sldMk cId="978555237" sldId="289"/>
            <ac:spMk id="2" creationId="{D0257E36-6B04-780B-5110-B56BA5980CBC}"/>
          </ac:spMkLst>
        </pc:spChg>
        <pc:spChg chg="add mod">
          <ac:chgData name="Charlotte Ruby Patterson" userId="5e4f2a4d-4d7e-4526-8ff8-c9f44bf0b6b7" providerId="ADAL" clId="{D31FD800-5519-4CBD-B48F-1780726ABED0}" dt="2025-04-15T06:10:46.425" v="3375"/>
          <ac:spMkLst>
            <pc:docMk/>
            <pc:sldMk cId="978555237" sldId="289"/>
            <ac:spMk id="9" creationId="{6FB2B7AB-38E2-B97C-046A-7A1A4AE19E68}"/>
          </ac:spMkLst>
        </pc:spChg>
        <pc:spChg chg="add mod">
          <ac:chgData name="Charlotte Ruby Patterson" userId="5e4f2a4d-4d7e-4526-8ff8-c9f44bf0b6b7" providerId="ADAL" clId="{D31FD800-5519-4CBD-B48F-1780726ABED0}" dt="2025-04-15T06:10:46.425" v="3375"/>
          <ac:spMkLst>
            <pc:docMk/>
            <pc:sldMk cId="978555237" sldId="289"/>
            <ac:spMk id="10" creationId="{547101D6-BE88-0668-6076-B23B580EB344}"/>
          </ac:spMkLst>
        </pc:spChg>
        <pc:spChg chg="add mod">
          <ac:chgData name="Charlotte Ruby Patterson" userId="5e4f2a4d-4d7e-4526-8ff8-c9f44bf0b6b7" providerId="ADAL" clId="{D31FD800-5519-4CBD-B48F-1780726ABED0}" dt="2025-04-15T06:14:44.188" v="3494" actId="1076"/>
          <ac:spMkLst>
            <pc:docMk/>
            <pc:sldMk cId="978555237" sldId="289"/>
            <ac:spMk id="11" creationId="{39304E90-0FC5-D836-F826-469845DF2FBE}"/>
          </ac:spMkLst>
        </pc:spChg>
        <pc:picChg chg="add mod">
          <ac:chgData name="Charlotte Ruby Patterson" userId="5e4f2a4d-4d7e-4526-8ff8-c9f44bf0b6b7" providerId="ADAL" clId="{D31FD800-5519-4CBD-B48F-1780726ABED0}" dt="2025-04-15T06:22:03.516" v="3714"/>
          <ac:picMkLst>
            <pc:docMk/>
            <pc:sldMk cId="978555237" sldId="289"/>
            <ac:picMk id="12" creationId="{ECDC08CC-F429-1FB1-2520-6491D8A6D479}"/>
          </ac:picMkLst>
        </pc:picChg>
      </pc:sldChg>
      <pc:sldChg chg="addSp delSp modSp add mod ord delAnim modAnim modNotesTx">
        <pc:chgData name="Charlotte Ruby Patterson" userId="5e4f2a4d-4d7e-4526-8ff8-c9f44bf0b6b7" providerId="ADAL" clId="{D31FD800-5519-4CBD-B48F-1780726ABED0}" dt="2025-04-15T07:11:23.387" v="5581" actId="14100"/>
        <pc:sldMkLst>
          <pc:docMk/>
          <pc:sldMk cId="2285977475" sldId="290"/>
        </pc:sldMkLst>
        <pc:spChg chg="add mod">
          <ac:chgData name="Charlotte Ruby Patterson" userId="5e4f2a4d-4d7e-4526-8ff8-c9f44bf0b6b7" providerId="ADAL" clId="{D31FD800-5519-4CBD-B48F-1780726ABED0}" dt="2025-04-15T06:21:15.949" v="3549" actId="5793"/>
          <ac:spMkLst>
            <pc:docMk/>
            <pc:sldMk cId="2285977475" sldId="290"/>
            <ac:spMk id="8" creationId="{132C1BDF-9C9D-068D-B5D1-BB727A6ED653}"/>
          </ac:spMkLst>
        </pc:spChg>
        <pc:spChg chg="add mod">
          <ac:chgData name="Charlotte Ruby Patterson" userId="5e4f2a4d-4d7e-4526-8ff8-c9f44bf0b6b7" providerId="ADAL" clId="{D31FD800-5519-4CBD-B48F-1780726ABED0}" dt="2025-04-15T06:14:39.426" v="3493" actId="1076"/>
          <ac:spMkLst>
            <pc:docMk/>
            <pc:sldMk cId="2285977475" sldId="290"/>
            <ac:spMk id="12" creationId="{773D5218-EACB-1CAB-DA92-AE6ADBDD435E}"/>
          </ac:spMkLst>
        </pc:spChg>
        <pc:spChg chg="add mod">
          <ac:chgData name="Charlotte Ruby Patterson" userId="5e4f2a4d-4d7e-4526-8ff8-c9f44bf0b6b7" providerId="ADAL" clId="{D31FD800-5519-4CBD-B48F-1780726ABED0}" dt="2025-04-15T06:44:35.485" v="4531" actId="14100"/>
          <ac:spMkLst>
            <pc:docMk/>
            <pc:sldMk cId="2285977475" sldId="290"/>
            <ac:spMk id="14" creationId="{A0498E77-9365-6FB9-AA0D-7D05A2507418}"/>
          </ac:spMkLst>
        </pc:spChg>
        <pc:spChg chg="add mod">
          <ac:chgData name="Charlotte Ruby Patterson" userId="5e4f2a4d-4d7e-4526-8ff8-c9f44bf0b6b7" providerId="ADAL" clId="{D31FD800-5519-4CBD-B48F-1780726ABED0}" dt="2025-04-15T07:11:23.387" v="5581" actId="14100"/>
          <ac:spMkLst>
            <pc:docMk/>
            <pc:sldMk cId="2285977475" sldId="290"/>
            <ac:spMk id="15" creationId="{991BEE5E-2471-4AD3-7807-F3F70A746405}"/>
          </ac:spMkLst>
        </pc:spChg>
        <pc:picChg chg="add mod">
          <ac:chgData name="Charlotte Ruby Patterson" userId="5e4f2a4d-4d7e-4526-8ff8-c9f44bf0b6b7" providerId="ADAL" clId="{D31FD800-5519-4CBD-B48F-1780726ABED0}" dt="2025-04-15T06:22:01.432" v="3713"/>
          <ac:picMkLst>
            <pc:docMk/>
            <pc:sldMk cId="2285977475" sldId="290"/>
            <ac:picMk id="13" creationId="{0A4444A1-34E4-AE09-AD67-B5EFFC60421E}"/>
          </ac:picMkLst>
        </pc:picChg>
        <pc:picChg chg="add mod">
          <ac:chgData name="Charlotte Ruby Patterson" userId="5e4f2a4d-4d7e-4526-8ff8-c9f44bf0b6b7" providerId="ADAL" clId="{D31FD800-5519-4CBD-B48F-1780726ABED0}" dt="2025-04-15T07:11:13.987" v="5579" actId="1038"/>
          <ac:picMkLst>
            <pc:docMk/>
            <pc:sldMk cId="2285977475" sldId="290"/>
            <ac:picMk id="16" creationId="{D9A50D17-1DFD-99B8-9881-41396668B3D3}"/>
          </ac:picMkLst>
        </pc:picChg>
      </pc:sldChg>
      <pc:sldChg chg="modSp new del mod">
        <pc:chgData name="Charlotte Ruby Patterson" userId="5e4f2a4d-4d7e-4526-8ff8-c9f44bf0b6b7" providerId="ADAL" clId="{D31FD800-5519-4CBD-B48F-1780726ABED0}" dt="2025-04-15T06:48:40.316" v="4610" actId="47"/>
        <pc:sldMkLst>
          <pc:docMk/>
          <pc:sldMk cId="1646531103" sldId="291"/>
        </pc:sldMkLst>
      </pc:sldChg>
      <pc:sldChg chg="addSp delSp modSp new mod modAnim modNotesTx">
        <pc:chgData name="Charlotte Ruby Patterson" userId="5e4f2a4d-4d7e-4526-8ff8-c9f44bf0b6b7" providerId="ADAL" clId="{D31FD800-5519-4CBD-B48F-1780726ABED0}" dt="2025-04-15T23:00:08.521" v="6881" actId="20577"/>
        <pc:sldMkLst>
          <pc:docMk/>
          <pc:sldMk cId="2030781034" sldId="292"/>
        </pc:sldMkLst>
      </pc:sldChg>
      <pc:sldChg chg="addSp delSp modSp new mod ord modAnim modNotesTx">
        <pc:chgData name="Charlotte Ruby Patterson" userId="5e4f2a4d-4d7e-4526-8ff8-c9f44bf0b6b7" providerId="ADAL" clId="{D31FD800-5519-4CBD-B48F-1780726ABED0}" dt="2025-04-15T23:12:05.493" v="7152" actId="1076"/>
        <pc:sldMkLst>
          <pc:docMk/>
          <pc:sldMk cId="2186363048" sldId="293"/>
        </pc:sldMkLst>
        <pc:spChg chg="mod">
          <ac:chgData name="Charlotte Ruby Patterson" userId="5e4f2a4d-4d7e-4526-8ff8-c9f44bf0b6b7" providerId="ADAL" clId="{D31FD800-5519-4CBD-B48F-1780726ABED0}" dt="2025-04-15T06:45:17.717" v="4561" actId="20577"/>
          <ac:spMkLst>
            <pc:docMk/>
            <pc:sldMk cId="2186363048" sldId="293"/>
            <ac:spMk id="2" creationId="{43C6CCAC-2CB4-3308-9EFF-01B578491D43}"/>
          </ac:spMkLst>
        </pc:spChg>
        <pc:spChg chg="add mod">
          <ac:chgData name="Charlotte Ruby Patterson" userId="5e4f2a4d-4d7e-4526-8ff8-c9f44bf0b6b7" providerId="ADAL" clId="{D31FD800-5519-4CBD-B48F-1780726ABED0}" dt="2025-04-15T23:12:05.493" v="7152" actId="1076"/>
          <ac:spMkLst>
            <pc:docMk/>
            <pc:sldMk cId="2186363048" sldId="293"/>
            <ac:spMk id="13" creationId="{6936CB34-B4B8-46B0-28E2-BC01F1419966}"/>
          </ac:spMkLst>
        </pc:spChg>
        <pc:picChg chg="add mod modCrop">
          <ac:chgData name="Charlotte Ruby Patterson" userId="5e4f2a4d-4d7e-4526-8ff8-c9f44bf0b6b7" providerId="ADAL" clId="{D31FD800-5519-4CBD-B48F-1780726ABED0}" dt="2025-04-15T23:06:17.944" v="7126" actId="1076"/>
          <ac:picMkLst>
            <pc:docMk/>
            <pc:sldMk cId="2186363048" sldId="293"/>
            <ac:picMk id="3" creationId="{6D941567-C59B-17F3-7C92-0A95C282BDD4}"/>
          </ac:picMkLst>
        </pc:picChg>
        <pc:picChg chg="add mod ord">
          <ac:chgData name="Charlotte Ruby Patterson" userId="5e4f2a4d-4d7e-4526-8ff8-c9f44bf0b6b7" providerId="ADAL" clId="{D31FD800-5519-4CBD-B48F-1780726ABED0}" dt="2025-04-15T23:06:20.460" v="7127" actId="166"/>
          <ac:picMkLst>
            <pc:docMk/>
            <pc:sldMk cId="2186363048" sldId="293"/>
            <ac:picMk id="7" creationId="{00D14B05-3F44-D876-F219-8A6757AAFFF5}"/>
          </ac:picMkLst>
        </pc:picChg>
        <pc:picChg chg="add mod">
          <ac:chgData name="Charlotte Ruby Patterson" userId="5e4f2a4d-4d7e-4526-8ff8-c9f44bf0b6b7" providerId="ADAL" clId="{D31FD800-5519-4CBD-B48F-1780726ABED0}" dt="2025-04-15T23:06:02.743" v="7116" actId="1076"/>
          <ac:picMkLst>
            <pc:docMk/>
            <pc:sldMk cId="2186363048" sldId="293"/>
            <ac:picMk id="8" creationId="{D0ED428F-357B-9F1A-16CB-D2B25067FEEA}"/>
          </ac:picMkLst>
        </pc:picChg>
        <pc:picChg chg="add mod">
          <ac:chgData name="Charlotte Ruby Patterson" userId="5e4f2a4d-4d7e-4526-8ff8-c9f44bf0b6b7" providerId="ADAL" clId="{D31FD800-5519-4CBD-B48F-1780726ABED0}" dt="2025-04-15T23:06:12.943" v="7122" actId="1076"/>
          <ac:picMkLst>
            <pc:docMk/>
            <pc:sldMk cId="2186363048" sldId="293"/>
            <ac:picMk id="9" creationId="{0569881E-7528-67FB-3821-F1382A0B3C0F}"/>
          </ac:picMkLst>
        </pc:picChg>
        <pc:picChg chg="add mod">
          <ac:chgData name="Charlotte Ruby Patterson" userId="5e4f2a4d-4d7e-4526-8ff8-c9f44bf0b6b7" providerId="ADAL" clId="{D31FD800-5519-4CBD-B48F-1780726ABED0}" dt="2025-04-15T23:06:06.295" v="7118" actId="1076"/>
          <ac:picMkLst>
            <pc:docMk/>
            <pc:sldMk cId="2186363048" sldId="293"/>
            <ac:picMk id="10" creationId="{92348880-94D0-E02B-8797-DA828CD50118}"/>
          </ac:picMkLst>
        </pc:picChg>
      </pc:sldChg>
      <pc:sldChg chg="modSp add mod">
        <pc:chgData name="Charlotte Ruby Patterson" userId="5e4f2a4d-4d7e-4526-8ff8-c9f44bf0b6b7" providerId="ADAL" clId="{D31FD800-5519-4CBD-B48F-1780726ABED0}" dt="2025-04-15T06:47:27.716" v="4585" actId="6549"/>
        <pc:sldMkLst>
          <pc:docMk/>
          <pc:sldMk cId="168204496" sldId="294"/>
        </pc:sldMkLst>
      </pc:sldChg>
      <pc:sldChg chg="addSp delSp modSp add mod">
        <pc:chgData name="Charlotte Ruby Patterson" userId="5e4f2a4d-4d7e-4526-8ff8-c9f44bf0b6b7" providerId="ADAL" clId="{D31FD800-5519-4CBD-B48F-1780726ABED0}" dt="2025-04-15T07:17:35.520" v="6281" actId="478"/>
        <pc:sldMkLst>
          <pc:docMk/>
          <pc:sldMk cId="2463835916" sldId="295"/>
        </pc:sldMkLst>
        <pc:spChg chg="mod">
          <ac:chgData name="Charlotte Ruby Patterson" userId="5e4f2a4d-4d7e-4526-8ff8-c9f44bf0b6b7" providerId="ADAL" clId="{D31FD800-5519-4CBD-B48F-1780726ABED0}" dt="2025-04-15T06:55:38.662" v="4686" actId="20577"/>
          <ac:spMkLst>
            <pc:docMk/>
            <pc:sldMk cId="2463835916" sldId="295"/>
            <ac:spMk id="2" creationId="{FC0542FF-5914-A87B-43B7-E7D2ADB98715}"/>
          </ac:spMkLst>
        </pc:spChg>
        <pc:spChg chg="add mod">
          <ac:chgData name="Charlotte Ruby Patterson" userId="5e4f2a4d-4d7e-4526-8ff8-c9f44bf0b6b7" providerId="ADAL" clId="{D31FD800-5519-4CBD-B48F-1780726ABED0}" dt="2025-04-15T06:56:05.962" v="4693" actId="1076"/>
          <ac:spMkLst>
            <pc:docMk/>
            <pc:sldMk cId="2463835916" sldId="295"/>
            <ac:spMk id="7" creationId="{68AADE61-569E-C225-E291-399C5FEBB723}"/>
          </ac:spMkLst>
        </pc:spChg>
        <pc:picChg chg="add mod">
          <ac:chgData name="Charlotte Ruby Patterson" userId="5e4f2a4d-4d7e-4526-8ff8-c9f44bf0b6b7" providerId="ADAL" clId="{D31FD800-5519-4CBD-B48F-1780726ABED0}" dt="2025-04-15T06:56:05.962" v="4693" actId="1076"/>
          <ac:picMkLst>
            <pc:docMk/>
            <pc:sldMk cId="2463835916" sldId="295"/>
            <ac:picMk id="8" creationId="{CC537F14-E3B9-C231-A312-5E0871D4B685}"/>
          </ac:picMkLst>
        </pc:picChg>
      </pc:sldChg>
      <pc:sldChg chg="addSp delSp modSp add mod">
        <pc:chgData name="Charlotte Ruby Patterson" userId="5e4f2a4d-4d7e-4526-8ff8-c9f44bf0b6b7" providerId="ADAL" clId="{D31FD800-5519-4CBD-B48F-1780726ABED0}" dt="2025-04-15T06:59:10.210" v="4816" actId="1076"/>
        <pc:sldMkLst>
          <pc:docMk/>
          <pc:sldMk cId="539177696" sldId="296"/>
        </pc:sldMkLst>
      </pc:sldChg>
      <pc:sldChg chg="addSp delSp modSp new mod">
        <pc:chgData name="Charlotte Ruby Patterson" userId="5e4f2a4d-4d7e-4526-8ff8-c9f44bf0b6b7" providerId="ADAL" clId="{D31FD800-5519-4CBD-B48F-1780726ABED0}" dt="2025-04-15T07:00:48.332" v="4881" actId="14100"/>
        <pc:sldMkLst>
          <pc:docMk/>
          <pc:sldMk cId="2108340454" sldId="297"/>
        </pc:sldMkLst>
      </pc:sldChg>
      <pc:sldChg chg="modSp new del mod">
        <pc:chgData name="Charlotte Ruby Patterson" userId="5e4f2a4d-4d7e-4526-8ff8-c9f44bf0b6b7" providerId="ADAL" clId="{D31FD800-5519-4CBD-B48F-1780726ABED0}" dt="2025-04-15T07:17:47.903" v="6282" actId="47"/>
        <pc:sldMkLst>
          <pc:docMk/>
          <pc:sldMk cId="1108286945" sldId="298"/>
        </pc:sldMkLst>
      </pc:sldChg>
      <pc:sldChg chg="modSp add mod">
        <pc:chgData name="Charlotte Ruby Patterson" userId="5e4f2a4d-4d7e-4526-8ff8-c9f44bf0b6b7" providerId="ADAL" clId="{D31FD800-5519-4CBD-B48F-1780726ABED0}" dt="2025-04-15T07:05:08.340" v="5103" actId="20577"/>
        <pc:sldMkLst>
          <pc:docMk/>
          <pc:sldMk cId="621990983" sldId="299"/>
        </pc:sldMkLst>
      </pc:sldChg>
      <pc:sldChg chg="addSp delSp modSp add mod">
        <pc:chgData name="Charlotte Ruby Patterson" userId="5e4f2a4d-4d7e-4526-8ff8-c9f44bf0b6b7" providerId="ADAL" clId="{D31FD800-5519-4CBD-B48F-1780726ABED0}" dt="2025-04-15T23:11:38.969" v="7146" actId="20577"/>
        <pc:sldMkLst>
          <pc:docMk/>
          <pc:sldMk cId="1468941708" sldId="300"/>
        </pc:sldMkLst>
        <pc:spChg chg="mod">
          <ac:chgData name="Charlotte Ruby Patterson" userId="5e4f2a4d-4d7e-4526-8ff8-c9f44bf0b6b7" providerId="ADAL" clId="{D31FD800-5519-4CBD-B48F-1780726ABED0}" dt="2025-04-15T07:12:35.004" v="5733" actId="20577"/>
          <ac:spMkLst>
            <pc:docMk/>
            <pc:sldMk cId="1468941708" sldId="300"/>
            <ac:spMk id="2" creationId="{C20CA5B0-4863-AF09-34BA-380BD87C3539}"/>
          </ac:spMkLst>
        </pc:spChg>
        <pc:spChg chg="mod">
          <ac:chgData name="Charlotte Ruby Patterson" userId="5e4f2a4d-4d7e-4526-8ff8-c9f44bf0b6b7" providerId="ADAL" clId="{D31FD800-5519-4CBD-B48F-1780726ABED0}" dt="2025-04-15T23:11:38.969" v="7146" actId="20577"/>
          <ac:spMkLst>
            <pc:docMk/>
            <pc:sldMk cId="1468941708" sldId="300"/>
            <ac:spMk id="3" creationId="{DEE060B8-49F7-B80D-6924-41A7DD8499D4}"/>
          </ac:spMkLst>
        </pc:spChg>
        <pc:spChg chg="add mod">
          <ac:chgData name="Charlotte Ruby Patterson" userId="5e4f2a4d-4d7e-4526-8ff8-c9f44bf0b6b7" providerId="ADAL" clId="{D31FD800-5519-4CBD-B48F-1780726ABED0}" dt="2025-04-15T07:13:58.903" v="5952" actId="1076"/>
          <ac:spMkLst>
            <pc:docMk/>
            <pc:sldMk cId="1468941708" sldId="300"/>
            <ac:spMk id="7" creationId="{94EA0070-3DB5-2FCC-DDF1-98EC63E179F5}"/>
          </ac:spMkLst>
        </pc:spChg>
        <pc:picChg chg="add mod">
          <ac:chgData name="Charlotte Ruby Patterson" userId="5e4f2a4d-4d7e-4526-8ff8-c9f44bf0b6b7" providerId="ADAL" clId="{D31FD800-5519-4CBD-B48F-1780726ABED0}" dt="2025-04-15T07:13:58.903" v="5952" actId="1076"/>
          <ac:picMkLst>
            <pc:docMk/>
            <pc:sldMk cId="1468941708" sldId="300"/>
            <ac:picMk id="9" creationId="{03CABEC4-5F94-E869-2A52-C30007550FF8}"/>
          </ac:picMkLst>
        </pc:picChg>
      </pc:sldChg>
      <pc:sldChg chg="addSp delSp modSp add mod modAnim">
        <pc:chgData name="Charlotte Ruby Patterson" userId="5e4f2a4d-4d7e-4526-8ff8-c9f44bf0b6b7" providerId="ADAL" clId="{D31FD800-5519-4CBD-B48F-1780726ABED0}" dt="2025-04-16T01:10:33.082" v="7611" actId="20577"/>
        <pc:sldMkLst>
          <pc:docMk/>
          <pc:sldMk cId="1029413331" sldId="301"/>
        </pc:sldMkLst>
        <pc:spChg chg="mod">
          <ac:chgData name="Charlotte Ruby Patterson" userId="5e4f2a4d-4d7e-4526-8ff8-c9f44bf0b6b7" providerId="ADAL" clId="{D31FD800-5519-4CBD-B48F-1780726ABED0}" dt="2025-04-15T07:23:03.666" v="6418" actId="20577"/>
          <ac:spMkLst>
            <pc:docMk/>
            <pc:sldMk cId="1029413331" sldId="301"/>
            <ac:spMk id="2" creationId="{18283B03-D823-B549-3BE6-F9EC945A0608}"/>
          </ac:spMkLst>
        </pc:spChg>
        <pc:spChg chg="add mod">
          <ac:chgData name="Charlotte Ruby Patterson" userId="5e4f2a4d-4d7e-4526-8ff8-c9f44bf0b6b7" providerId="ADAL" clId="{D31FD800-5519-4CBD-B48F-1780726ABED0}" dt="2025-04-15T07:25:56.665" v="6551" actId="20577"/>
          <ac:spMkLst>
            <pc:docMk/>
            <pc:sldMk cId="1029413331" sldId="301"/>
            <ac:spMk id="24" creationId="{F7927735-D343-196B-932D-252620D528D6}"/>
          </ac:spMkLst>
        </pc:spChg>
        <pc:picChg chg="add mod">
          <ac:chgData name="Charlotte Ruby Patterson" userId="5e4f2a4d-4d7e-4526-8ff8-c9f44bf0b6b7" providerId="ADAL" clId="{D31FD800-5519-4CBD-B48F-1780726ABED0}" dt="2025-04-15T07:25:59.998" v="6552" actId="1076"/>
          <ac:picMkLst>
            <pc:docMk/>
            <pc:sldMk cId="1029413331" sldId="301"/>
            <ac:picMk id="23" creationId="{6BD46D83-BBB2-96D3-7EE4-CAE7821D106F}"/>
          </ac:picMkLst>
        </pc:picChg>
      </pc:sldChg>
      <pc:sldChg chg="addSp delSp modSp new mod ord">
        <pc:chgData name="Charlotte Ruby Patterson" userId="5e4f2a4d-4d7e-4526-8ff8-c9f44bf0b6b7" providerId="ADAL" clId="{D31FD800-5519-4CBD-B48F-1780726ABED0}" dt="2025-04-15T22:54:10.725" v="6620"/>
        <pc:sldMkLst>
          <pc:docMk/>
          <pc:sldMk cId="2280759147" sldId="302"/>
        </pc:sldMkLst>
      </pc:sldChg>
      <pc:sldChg chg="modSp add del mod">
        <pc:chgData name="Charlotte Ruby Patterson" userId="5e4f2a4d-4d7e-4526-8ff8-c9f44bf0b6b7" providerId="ADAL" clId="{D31FD800-5519-4CBD-B48F-1780726ABED0}" dt="2025-04-15T23:03:50.728" v="7101" actId="47"/>
        <pc:sldMkLst>
          <pc:docMk/>
          <pc:sldMk cId="1990299790" sldId="303"/>
        </pc:sldMkLst>
      </pc:sldChg>
      <pc:sldChg chg="addSp delSp modSp new mod">
        <pc:chgData name="Charlotte Ruby Patterson" userId="5e4f2a4d-4d7e-4526-8ff8-c9f44bf0b6b7" providerId="ADAL" clId="{D31FD800-5519-4CBD-B48F-1780726ABED0}" dt="2025-04-15T23:03:43.643" v="7100"/>
        <pc:sldMkLst>
          <pc:docMk/>
          <pc:sldMk cId="610983832" sldId="304"/>
        </pc:sldMkLst>
        <pc:spChg chg="add mod">
          <ac:chgData name="Charlotte Ruby Patterson" userId="5e4f2a4d-4d7e-4526-8ff8-c9f44bf0b6b7" providerId="ADAL" clId="{D31FD800-5519-4CBD-B48F-1780726ABED0}" dt="2025-04-15T23:03:43.643" v="7100"/>
          <ac:spMkLst>
            <pc:docMk/>
            <pc:sldMk cId="610983832" sldId="304"/>
            <ac:spMk id="7" creationId="{8238D116-C14E-0A75-4016-6D68B692B105}"/>
          </ac:spMkLst>
        </pc:spChg>
        <pc:spChg chg="add mod">
          <ac:chgData name="Charlotte Ruby Patterson" userId="5e4f2a4d-4d7e-4526-8ff8-c9f44bf0b6b7" providerId="ADAL" clId="{D31FD800-5519-4CBD-B48F-1780726ABED0}" dt="2025-04-15T23:03:43.643" v="7100"/>
          <ac:spMkLst>
            <pc:docMk/>
            <pc:sldMk cId="610983832" sldId="304"/>
            <ac:spMk id="8" creationId="{859FF239-7731-BFE4-1879-BC0558480917}"/>
          </ac:spMkLst>
        </pc:spChg>
      </pc:sldChg>
      <pc:sldChg chg="addSp delSp modSp add mod">
        <pc:chgData name="Charlotte Ruby Patterson" userId="5e4f2a4d-4d7e-4526-8ff8-c9f44bf0b6b7" providerId="ADAL" clId="{D31FD800-5519-4CBD-B48F-1780726ABED0}" dt="2025-04-15T23:23:38.928" v="7155" actId="478"/>
        <pc:sldMkLst>
          <pc:docMk/>
          <pc:sldMk cId="3273998509" sldId="305"/>
        </pc:sldMkLst>
      </pc:sldChg>
      <pc:sldChg chg="addSp delSp modSp add mod modNotesTx">
        <pc:chgData name="Charlotte Ruby Patterson" userId="5e4f2a4d-4d7e-4526-8ff8-c9f44bf0b6b7" providerId="ADAL" clId="{D31FD800-5519-4CBD-B48F-1780726ABED0}" dt="2025-04-16T01:11:47.039" v="7844" actId="20577"/>
        <pc:sldMkLst>
          <pc:docMk/>
          <pc:sldMk cId="3391517988" sldId="306"/>
        </pc:sldMkLst>
        <pc:spChg chg="mod">
          <ac:chgData name="Charlotte Ruby Patterson" userId="5e4f2a4d-4d7e-4526-8ff8-c9f44bf0b6b7" providerId="ADAL" clId="{D31FD800-5519-4CBD-B48F-1780726ABED0}" dt="2025-04-16T01:07:47.717" v="7328" actId="20577"/>
          <ac:spMkLst>
            <pc:docMk/>
            <pc:sldMk cId="3391517988" sldId="306"/>
            <ac:spMk id="2" creationId="{7C7AC65E-F516-C41F-4741-21D1A1ED5B80}"/>
          </ac:spMkLst>
        </pc:spChg>
        <pc:spChg chg="mod">
          <ac:chgData name="Charlotte Ruby Patterson" userId="5e4f2a4d-4d7e-4526-8ff8-c9f44bf0b6b7" providerId="ADAL" clId="{D31FD800-5519-4CBD-B48F-1780726ABED0}" dt="2025-04-16T01:11:47.039" v="7844" actId="20577"/>
          <ac:spMkLst>
            <pc:docMk/>
            <pc:sldMk cId="3391517988" sldId="306"/>
            <ac:spMk id="3" creationId="{937909A6-84D8-6D01-C711-276B571DEDA7}"/>
          </ac:spMkLst>
        </pc:spChg>
        <pc:spChg chg="add mod">
          <ac:chgData name="Charlotte Ruby Patterson" userId="5e4f2a4d-4d7e-4526-8ff8-c9f44bf0b6b7" providerId="ADAL" clId="{D31FD800-5519-4CBD-B48F-1780726ABED0}" dt="2025-04-16T01:11:27.415" v="7809" actId="1076"/>
          <ac:spMkLst>
            <pc:docMk/>
            <pc:sldMk cId="3391517988" sldId="306"/>
            <ac:spMk id="8" creationId="{73468900-F6F1-5615-B1B3-D2CFAAA77E47}"/>
          </ac:spMkLst>
        </pc:spChg>
        <pc:picChg chg="add mod">
          <ac:chgData name="Charlotte Ruby Patterson" userId="5e4f2a4d-4d7e-4526-8ff8-c9f44bf0b6b7" providerId="ADAL" clId="{D31FD800-5519-4CBD-B48F-1780726ABED0}" dt="2025-04-16T01:11:27.415" v="7809" actId="1076"/>
          <ac:picMkLst>
            <pc:docMk/>
            <pc:sldMk cId="3391517988" sldId="306"/>
            <ac:picMk id="9" creationId="{35CFDD72-0FDB-A131-DE7B-D3245A5057A2}"/>
          </ac:picMkLst>
        </pc:picChg>
      </pc:sldChg>
    </pc:docChg>
  </pc:docChgLst>
  <pc:docChgLst>
    <pc:chgData name="Charlotte Ruby Patterson" userId="5e4f2a4d-4d7e-4526-8ff8-c9f44bf0b6b7" providerId="ADAL" clId="{D5B1CE20-3385-4643-AD35-597D449AFC05}"/>
    <pc:docChg chg="undo custSel addSld delSld modSld sldOrd">
      <pc:chgData name="Charlotte Ruby Patterson" userId="5e4f2a4d-4d7e-4526-8ff8-c9f44bf0b6b7" providerId="ADAL" clId="{D5B1CE20-3385-4643-AD35-597D449AFC05}" dt="2025-06-12T02:18:33.563" v="2555" actId="14100"/>
      <pc:docMkLst>
        <pc:docMk/>
      </pc:docMkLst>
      <pc:sldChg chg="delSp mod">
        <pc:chgData name="Charlotte Ruby Patterson" userId="5e4f2a4d-4d7e-4526-8ff8-c9f44bf0b6b7" providerId="ADAL" clId="{D5B1CE20-3385-4643-AD35-597D449AFC05}" dt="2025-06-12T01:20:21.557" v="193" actId="478"/>
        <pc:sldMkLst>
          <pc:docMk/>
          <pc:sldMk cId="3612432494" sldId="256"/>
        </pc:sldMkLst>
        <pc:spChg chg="del">
          <ac:chgData name="Charlotte Ruby Patterson" userId="5e4f2a4d-4d7e-4526-8ff8-c9f44bf0b6b7" providerId="ADAL" clId="{D5B1CE20-3385-4643-AD35-597D449AFC05}" dt="2025-06-12T01:20:20.660" v="192" actId="478"/>
          <ac:spMkLst>
            <pc:docMk/>
            <pc:sldMk cId="3612432494" sldId="256"/>
            <ac:spMk id="4" creationId="{4684384B-0AB0-ADF4-C9AB-1F922AD9F4D6}"/>
          </ac:spMkLst>
        </pc:spChg>
        <pc:spChg chg="del">
          <ac:chgData name="Charlotte Ruby Patterson" userId="5e4f2a4d-4d7e-4526-8ff8-c9f44bf0b6b7" providerId="ADAL" clId="{D5B1CE20-3385-4643-AD35-597D449AFC05}" dt="2025-06-12T01:19:59.018" v="188" actId="478"/>
          <ac:spMkLst>
            <pc:docMk/>
            <pc:sldMk cId="3612432494" sldId="256"/>
            <ac:spMk id="14" creationId="{F0A80EAA-E601-E234-3D88-755CD2D836A4}"/>
          </ac:spMkLst>
        </pc:spChg>
        <pc:picChg chg="del">
          <ac:chgData name="Charlotte Ruby Patterson" userId="5e4f2a4d-4d7e-4526-8ff8-c9f44bf0b6b7" providerId="ADAL" clId="{D5B1CE20-3385-4643-AD35-597D449AFC05}" dt="2025-06-12T01:20:21.557" v="193" actId="478"/>
          <ac:picMkLst>
            <pc:docMk/>
            <pc:sldMk cId="3612432494" sldId="256"/>
            <ac:picMk id="5" creationId="{15697DEA-77F3-67BA-FDFF-36D4795D8089}"/>
          </ac:picMkLst>
        </pc:picChg>
        <pc:picChg chg="del">
          <ac:chgData name="Charlotte Ruby Patterson" userId="5e4f2a4d-4d7e-4526-8ff8-c9f44bf0b6b7" providerId="ADAL" clId="{D5B1CE20-3385-4643-AD35-597D449AFC05}" dt="2025-06-12T01:20:00.454" v="189" actId="478"/>
          <ac:picMkLst>
            <pc:docMk/>
            <pc:sldMk cId="3612432494" sldId="256"/>
            <ac:picMk id="22" creationId="{7E758282-ECEA-61C5-8AC1-08A06151FCA5}"/>
          </ac:picMkLst>
        </pc:picChg>
      </pc:sldChg>
      <pc:sldChg chg="del">
        <pc:chgData name="Charlotte Ruby Patterson" userId="5e4f2a4d-4d7e-4526-8ff8-c9f44bf0b6b7" providerId="ADAL" clId="{D5B1CE20-3385-4643-AD35-597D449AFC05}" dt="2025-06-12T02:02:39.738" v="1906" actId="47"/>
        <pc:sldMkLst>
          <pc:docMk/>
          <pc:sldMk cId="280342551" sldId="257"/>
        </pc:sldMkLst>
      </pc:sldChg>
      <pc:sldChg chg="del">
        <pc:chgData name="Charlotte Ruby Patterson" userId="5e4f2a4d-4d7e-4526-8ff8-c9f44bf0b6b7" providerId="ADAL" clId="{D5B1CE20-3385-4643-AD35-597D449AFC05}" dt="2025-06-12T02:18:13.574" v="2536" actId="47"/>
        <pc:sldMkLst>
          <pc:docMk/>
          <pc:sldMk cId="2641799269" sldId="260"/>
        </pc:sldMkLst>
      </pc:sldChg>
      <pc:sldChg chg="del">
        <pc:chgData name="Charlotte Ruby Patterson" userId="5e4f2a4d-4d7e-4526-8ff8-c9f44bf0b6b7" providerId="ADAL" clId="{D5B1CE20-3385-4643-AD35-597D449AFC05}" dt="2025-06-12T01:25:07.062" v="217" actId="47"/>
        <pc:sldMkLst>
          <pc:docMk/>
          <pc:sldMk cId="331342616" sldId="264"/>
        </pc:sldMkLst>
      </pc:sldChg>
      <pc:sldChg chg="addSp delSp modSp mod ord modAnim">
        <pc:chgData name="Charlotte Ruby Patterson" userId="5e4f2a4d-4d7e-4526-8ff8-c9f44bf0b6b7" providerId="ADAL" clId="{D5B1CE20-3385-4643-AD35-597D449AFC05}" dt="2025-06-12T01:38:36.458" v="715"/>
        <pc:sldMkLst>
          <pc:docMk/>
          <pc:sldMk cId="1371601781" sldId="265"/>
        </pc:sldMkLst>
        <pc:spChg chg="mod">
          <ac:chgData name="Charlotte Ruby Patterson" userId="5e4f2a4d-4d7e-4526-8ff8-c9f44bf0b6b7" providerId="ADAL" clId="{D5B1CE20-3385-4643-AD35-597D449AFC05}" dt="2025-06-12T01:37:44.581" v="699" actId="20577"/>
          <ac:spMkLst>
            <pc:docMk/>
            <pc:sldMk cId="1371601781" sldId="265"/>
            <ac:spMk id="3" creationId="{91067EC3-A3BD-296C-7F49-B08805173E11}"/>
          </ac:spMkLst>
        </pc:spChg>
        <pc:spChg chg="add del mod">
          <ac:chgData name="Charlotte Ruby Patterson" userId="5e4f2a4d-4d7e-4526-8ff8-c9f44bf0b6b7" providerId="ADAL" clId="{D5B1CE20-3385-4643-AD35-597D449AFC05}" dt="2025-06-12T01:27:44.528" v="286" actId="478"/>
          <ac:spMkLst>
            <pc:docMk/>
            <pc:sldMk cId="1371601781" sldId="265"/>
            <ac:spMk id="7" creationId="{710570A9-1B72-02A6-F449-2ADD9ECAA6B3}"/>
          </ac:spMkLst>
        </pc:spChg>
        <pc:spChg chg="add del mod">
          <ac:chgData name="Charlotte Ruby Patterson" userId="5e4f2a4d-4d7e-4526-8ff8-c9f44bf0b6b7" providerId="ADAL" clId="{D5B1CE20-3385-4643-AD35-597D449AFC05}" dt="2025-06-12T01:31:08.805" v="344" actId="478"/>
          <ac:spMkLst>
            <pc:docMk/>
            <pc:sldMk cId="1371601781" sldId="265"/>
            <ac:spMk id="10" creationId="{DEC53438-A7D4-E782-A2B9-FF3BDBC8DE97}"/>
          </ac:spMkLst>
        </pc:spChg>
        <pc:spChg chg="add del">
          <ac:chgData name="Charlotte Ruby Patterson" userId="5e4f2a4d-4d7e-4526-8ff8-c9f44bf0b6b7" providerId="ADAL" clId="{D5B1CE20-3385-4643-AD35-597D449AFC05}" dt="2025-06-12T01:34:28.152" v="540" actId="22"/>
          <ac:spMkLst>
            <pc:docMk/>
            <pc:sldMk cId="1371601781" sldId="265"/>
            <ac:spMk id="12" creationId="{76C3B2B8-EE31-9532-256C-783878EF7BFE}"/>
          </ac:spMkLst>
        </pc:spChg>
        <pc:picChg chg="add mod">
          <ac:chgData name="Charlotte Ruby Patterson" userId="5e4f2a4d-4d7e-4526-8ff8-c9f44bf0b6b7" providerId="ADAL" clId="{D5B1CE20-3385-4643-AD35-597D449AFC05}" dt="2025-06-12T01:30:22.234" v="339" actId="1036"/>
          <ac:picMkLst>
            <pc:docMk/>
            <pc:sldMk cId="1371601781" sldId="265"/>
            <ac:picMk id="8" creationId="{F4A2F0F1-CC59-10A9-A7EB-AC7B16DF04CC}"/>
          </ac:picMkLst>
        </pc:picChg>
        <pc:picChg chg="add mod">
          <ac:chgData name="Charlotte Ruby Patterson" userId="5e4f2a4d-4d7e-4526-8ff8-c9f44bf0b6b7" providerId="ADAL" clId="{D5B1CE20-3385-4643-AD35-597D449AFC05}" dt="2025-06-12T01:37:50.433" v="701" actId="1076"/>
          <ac:picMkLst>
            <pc:docMk/>
            <pc:sldMk cId="1371601781" sldId="265"/>
            <ac:picMk id="13" creationId="{91A940CB-7100-A997-1F53-514BE0873B19}"/>
          </ac:picMkLst>
        </pc:picChg>
        <pc:picChg chg="add mod">
          <ac:chgData name="Charlotte Ruby Patterson" userId="5e4f2a4d-4d7e-4526-8ff8-c9f44bf0b6b7" providerId="ADAL" clId="{D5B1CE20-3385-4643-AD35-597D449AFC05}" dt="2025-06-12T01:37:55.353" v="703" actId="1076"/>
          <ac:picMkLst>
            <pc:docMk/>
            <pc:sldMk cId="1371601781" sldId="265"/>
            <ac:picMk id="14" creationId="{37A519F0-D23F-B705-814F-A1BC74B32ADE}"/>
          </ac:picMkLst>
        </pc:picChg>
        <pc:picChg chg="add del">
          <ac:chgData name="Charlotte Ruby Patterson" userId="5e4f2a4d-4d7e-4526-8ff8-c9f44bf0b6b7" providerId="ADAL" clId="{D5B1CE20-3385-4643-AD35-597D449AFC05}" dt="2025-06-12T01:36:57.331" v="662" actId="478"/>
          <ac:picMkLst>
            <pc:docMk/>
            <pc:sldMk cId="1371601781" sldId="265"/>
            <ac:picMk id="15" creationId="{36DED3A8-2B57-B50B-0B5B-1BAEE7CB2F39}"/>
          </ac:picMkLst>
        </pc:picChg>
        <pc:picChg chg="add del mod">
          <ac:chgData name="Charlotte Ruby Patterson" userId="5e4f2a4d-4d7e-4526-8ff8-c9f44bf0b6b7" providerId="ADAL" clId="{D5B1CE20-3385-4643-AD35-597D449AFC05}" dt="2025-06-12T01:37:20.261" v="666" actId="478"/>
          <ac:picMkLst>
            <pc:docMk/>
            <pc:sldMk cId="1371601781" sldId="265"/>
            <ac:picMk id="16" creationId="{A18E8025-00EB-3710-5413-FFF830A38D40}"/>
          </ac:picMkLst>
        </pc:picChg>
        <pc:picChg chg="add mod modCrop">
          <ac:chgData name="Charlotte Ruby Patterson" userId="5e4f2a4d-4d7e-4526-8ff8-c9f44bf0b6b7" providerId="ADAL" clId="{D5B1CE20-3385-4643-AD35-597D449AFC05}" dt="2025-06-12T01:38:03.670" v="711" actId="1037"/>
          <ac:picMkLst>
            <pc:docMk/>
            <pc:sldMk cId="1371601781" sldId="265"/>
            <ac:picMk id="17" creationId="{9FD822BC-FB2E-703C-FF5F-727D0A374E9A}"/>
          </ac:picMkLst>
        </pc:picChg>
      </pc:sldChg>
      <pc:sldChg chg="addSp delSp modSp mod ord delAnim modAnim modNotesTx">
        <pc:chgData name="Charlotte Ruby Patterson" userId="5e4f2a4d-4d7e-4526-8ff8-c9f44bf0b6b7" providerId="ADAL" clId="{D5B1CE20-3385-4643-AD35-597D449AFC05}" dt="2025-06-12T01:52:39.542" v="1367"/>
        <pc:sldMkLst>
          <pc:docMk/>
          <pc:sldMk cId="65016677" sldId="266"/>
        </pc:sldMkLst>
        <pc:spChg chg="add mod">
          <ac:chgData name="Charlotte Ruby Patterson" userId="5e4f2a4d-4d7e-4526-8ff8-c9f44bf0b6b7" providerId="ADAL" clId="{D5B1CE20-3385-4643-AD35-597D449AFC05}" dt="2025-06-12T01:42:45.798" v="744" actId="1076"/>
          <ac:spMkLst>
            <pc:docMk/>
            <pc:sldMk cId="65016677" sldId="266"/>
            <ac:spMk id="8" creationId="{3BA57BDC-76B7-6060-5C5B-490D9D32A2E5}"/>
          </ac:spMkLst>
        </pc:spChg>
        <pc:spChg chg="del">
          <ac:chgData name="Charlotte Ruby Patterson" userId="5e4f2a4d-4d7e-4526-8ff8-c9f44bf0b6b7" providerId="ADAL" clId="{D5B1CE20-3385-4643-AD35-597D449AFC05}" dt="2025-06-12T01:42:24.595" v="736" actId="478"/>
          <ac:spMkLst>
            <pc:docMk/>
            <pc:sldMk cId="65016677" sldId="266"/>
            <ac:spMk id="10" creationId="{17CBDFD2-B823-78D5-CFB8-A5BD8E000B5C}"/>
          </ac:spMkLst>
        </pc:spChg>
        <pc:spChg chg="del">
          <ac:chgData name="Charlotte Ruby Patterson" userId="5e4f2a4d-4d7e-4526-8ff8-c9f44bf0b6b7" providerId="ADAL" clId="{D5B1CE20-3385-4643-AD35-597D449AFC05}" dt="2025-06-12T01:42:47.732" v="745" actId="478"/>
          <ac:spMkLst>
            <pc:docMk/>
            <pc:sldMk cId="65016677" sldId="266"/>
            <ac:spMk id="15" creationId="{26B85BEB-64DA-B51D-DBD5-98ED7C3CF586}"/>
          </ac:spMkLst>
        </pc:spChg>
        <pc:spChg chg="add mod">
          <ac:chgData name="Charlotte Ruby Patterson" userId="5e4f2a4d-4d7e-4526-8ff8-c9f44bf0b6b7" providerId="ADAL" clId="{D5B1CE20-3385-4643-AD35-597D449AFC05}" dt="2025-06-12T01:51:18.183" v="1291" actId="1076"/>
          <ac:spMkLst>
            <pc:docMk/>
            <pc:sldMk cId="65016677" sldId="266"/>
            <ac:spMk id="18" creationId="{3A9A30B0-E742-AD13-1E2B-7C2C8A2D17F0}"/>
          </ac:spMkLst>
        </pc:spChg>
        <pc:spChg chg="add mod">
          <ac:chgData name="Charlotte Ruby Patterson" userId="5e4f2a4d-4d7e-4526-8ff8-c9f44bf0b6b7" providerId="ADAL" clId="{D5B1CE20-3385-4643-AD35-597D449AFC05}" dt="2025-06-12T01:51:07.560" v="1288" actId="20577"/>
          <ac:spMkLst>
            <pc:docMk/>
            <pc:sldMk cId="65016677" sldId="266"/>
            <ac:spMk id="21" creationId="{35A7D388-0C2E-B3BD-0258-71F07E7E2A4D}"/>
          </ac:spMkLst>
        </pc:spChg>
        <pc:picChg chg="del">
          <ac:chgData name="Charlotte Ruby Patterson" userId="5e4f2a4d-4d7e-4526-8ff8-c9f44bf0b6b7" providerId="ADAL" clId="{D5B1CE20-3385-4643-AD35-597D449AFC05}" dt="2025-06-12T01:42:23.011" v="735" actId="478"/>
          <ac:picMkLst>
            <pc:docMk/>
            <pc:sldMk cId="65016677" sldId="266"/>
            <ac:picMk id="7" creationId="{6E0AE89A-723B-9B05-CC57-0F18ECF06487}"/>
          </ac:picMkLst>
        </pc:picChg>
        <pc:picChg chg="add mod">
          <ac:chgData name="Charlotte Ruby Patterson" userId="5e4f2a4d-4d7e-4526-8ff8-c9f44bf0b6b7" providerId="ADAL" clId="{D5B1CE20-3385-4643-AD35-597D449AFC05}" dt="2025-06-12T01:43:00.846" v="747" actId="1076"/>
          <ac:picMkLst>
            <pc:docMk/>
            <pc:sldMk cId="65016677" sldId="266"/>
            <ac:picMk id="9" creationId="{8B4E770B-B9EA-296E-265D-E5930879AEF3}"/>
          </ac:picMkLst>
        </pc:picChg>
        <pc:picChg chg="add mod">
          <ac:chgData name="Charlotte Ruby Patterson" userId="5e4f2a4d-4d7e-4526-8ff8-c9f44bf0b6b7" providerId="ADAL" clId="{D5B1CE20-3385-4643-AD35-597D449AFC05}" dt="2025-06-12T01:49:16.701" v="973" actId="1037"/>
          <ac:picMkLst>
            <pc:docMk/>
            <pc:sldMk cId="65016677" sldId="266"/>
            <ac:picMk id="11" creationId="{E1D2A606-C9E4-65E9-57E5-9651C2A7E6A2}"/>
          </ac:picMkLst>
        </pc:picChg>
        <pc:picChg chg="del">
          <ac:chgData name="Charlotte Ruby Patterson" userId="5e4f2a4d-4d7e-4526-8ff8-c9f44bf0b6b7" providerId="ADAL" clId="{D5B1CE20-3385-4643-AD35-597D449AFC05}" dt="2025-06-12T01:42:25.854" v="738" actId="478"/>
          <ac:picMkLst>
            <pc:docMk/>
            <pc:sldMk cId="65016677" sldId="266"/>
            <ac:picMk id="12" creationId="{A008FE06-605D-DC49-2DCB-84D02E69D441}"/>
          </ac:picMkLst>
        </pc:picChg>
        <pc:picChg chg="del">
          <ac:chgData name="Charlotte Ruby Patterson" userId="5e4f2a4d-4d7e-4526-8ff8-c9f44bf0b6b7" providerId="ADAL" clId="{D5B1CE20-3385-4643-AD35-597D449AFC05}" dt="2025-06-12T01:42:24.995" v="737" actId="478"/>
          <ac:picMkLst>
            <pc:docMk/>
            <pc:sldMk cId="65016677" sldId="266"/>
            <ac:picMk id="14" creationId="{69777C44-B234-4F6A-AB09-860581A8CBF3}"/>
          </ac:picMkLst>
        </pc:picChg>
        <pc:picChg chg="add mod">
          <ac:chgData name="Charlotte Ruby Patterson" userId="5e4f2a4d-4d7e-4526-8ff8-c9f44bf0b6b7" providerId="ADAL" clId="{D5B1CE20-3385-4643-AD35-597D449AFC05}" dt="2025-06-12T01:49:16.701" v="973" actId="1037"/>
          <ac:picMkLst>
            <pc:docMk/>
            <pc:sldMk cId="65016677" sldId="266"/>
            <ac:picMk id="16" creationId="{B365CBA4-EB78-22F9-6CEA-EA59A4756CF9}"/>
          </ac:picMkLst>
        </pc:picChg>
        <pc:picChg chg="add mod">
          <ac:chgData name="Charlotte Ruby Patterson" userId="5e4f2a4d-4d7e-4526-8ff8-c9f44bf0b6b7" providerId="ADAL" clId="{D5B1CE20-3385-4643-AD35-597D449AFC05}" dt="2025-06-12T01:49:55.454" v="1149" actId="1076"/>
          <ac:picMkLst>
            <pc:docMk/>
            <pc:sldMk cId="65016677" sldId="266"/>
            <ac:picMk id="20" creationId="{AB6E0186-74B4-90F1-9235-281F545052B7}"/>
          </ac:picMkLst>
        </pc:picChg>
      </pc:sldChg>
      <pc:sldChg chg="del">
        <pc:chgData name="Charlotte Ruby Patterson" userId="5e4f2a4d-4d7e-4526-8ff8-c9f44bf0b6b7" providerId="ADAL" clId="{D5B1CE20-3385-4643-AD35-597D449AFC05}" dt="2025-06-12T02:18:08.956" v="2532" actId="47"/>
        <pc:sldMkLst>
          <pc:docMk/>
          <pc:sldMk cId="1197906918" sldId="268"/>
        </pc:sldMkLst>
      </pc:sldChg>
      <pc:sldChg chg="del ord">
        <pc:chgData name="Charlotte Ruby Patterson" userId="5e4f2a4d-4d7e-4526-8ff8-c9f44bf0b6b7" providerId="ADAL" clId="{D5B1CE20-3385-4643-AD35-597D449AFC05}" dt="2025-06-12T01:38:11.702" v="712" actId="47"/>
        <pc:sldMkLst>
          <pc:docMk/>
          <pc:sldMk cId="2193096466" sldId="270"/>
        </pc:sldMkLst>
      </pc:sldChg>
      <pc:sldChg chg="del">
        <pc:chgData name="Charlotte Ruby Patterson" userId="5e4f2a4d-4d7e-4526-8ff8-c9f44bf0b6b7" providerId="ADAL" clId="{D5B1CE20-3385-4643-AD35-597D449AFC05}" dt="2025-06-12T02:09:12.543" v="2100" actId="47"/>
        <pc:sldMkLst>
          <pc:docMk/>
          <pc:sldMk cId="2087227611" sldId="271"/>
        </pc:sldMkLst>
      </pc:sldChg>
      <pc:sldChg chg="del">
        <pc:chgData name="Charlotte Ruby Patterson" userId="5e4f2a4d-4d7e-4526-8ff8-c9f44bf0b6b7" providerId="ADAL" clId="{D5B1CE20-3385-4643-AD35-597D449AFC05}" dt="2025-06-12T02:16:05.867" v="2462" actId="47"/>
        <pc:sldMkLst>
          <pc:docMk/>
          <pc:sldMk cId="3238544389" sldId="273"/>
        </pc:sldMkLst>
      </pc:sldChg>
      <pc:sldChg chg="del">
        <pc:chgData name="Charlotte Ruby Patterson" userId="5e4f2a4d-4d7e-4526-8ff8-c9f44bf0b6b7" providerId="ADAL" clId="{D5B1CE20-3385-4643-AD35-597D449AFC05}" dt="2025-06-12T02:09:42.888" v="2101" actId="47"/>
        <pc:sldMkLst>
          <pc:docMk/>
          <pc:sldMk cId="3116362063" sldId="275"/>
        </pc:sldMkLst>
      </pc:sldChg>
      <pc:sldChg chg="del">
        <pc:chgData name="Charlotte Ruby Patterson" userId="5e4f2a4d-4d7e-4526-8ff8-c9f44bf0b6b7" providerId="ADAL" clId="{D5B1CE20-3385-4643-AD35-597D449AFC05}" dt="2025-06-12T01:39:22.260" v="720" actId="47"/>
        <pc:sldMkLst>
          <pc:docMk/>
          <pc:sldMk cId="1414141991" sldId="276"/>
        </pc:sldMkLst>
      </pc:sldChg>
      <pc:sldChg chg="addSp modSp mod">
        <pc:chgData name="Charlotte Ruby Patterson" userId="5e4f2a4d-4d7e-4526-8ff8-c9f44bf0b6b7" providerId="ADAL" clId="{D5B1CE20-3385-4643-AD35-597D449AFC05}" dt="2025-06-12T02:14:07.363" v="2402" actId="20577"/>
        <pc:sldMkLst>
          <pc:docMk/>
          <pc:sldMk cId="1562069655" sldId="279"/>
        </pc:sldMkLst>
        <pc:spChg chg="mod">
          <ac:chgData name="Charlotte Ruby Patterson" userId="5e4f2a4d-4d7e-4526-8ff8-c9f44bf0b6b7" providerId="ADAL" clId="{D5B1CE20-3385-4643-AD35-597D449AFC05}" dt="2025-06-12T02:13:15.807" v="2226" actId="27636"/>
          <ac:spMkLst>
            <pc:docMk/>
            <pc:sldMk cId="1562069655" sldId="279"/>
            <ac:spMk id="3" creationId="{B9C89900-6A1F-5F9F-CFF6-873710384649}"/>
          </ac:spMkLst>
        </pc:spChg>
        <pc:spChg chg="add mod">
          <ac:chgData name="Charlotte Ruby Patterson" userId="5e4f2a4d-4d7e-4526-8ff8-c9f44bf0b6b7" providerId="ADAL" clId="{D5B1CE20-3385-4643-AD35-597D449AFC05}" dt="2025-06-12T02:14:07.363" v="2402" actId="20577"/>
          <ac:spMkLst>
            <pc:docMk/>
            <pc:sldMk cId="1562069655" sldId="279"/>
            <ac:spMk id="8" creationId="{B9A1BEB8-1A25-564C-98C0-6DCC51515CFA}"/>
          </ac:spMkLst>
        </pc:spChg>
        <pc:picChg chg="add mod">
          <ac:chgData name="Charlotte Ruby Patterson" userId="5e4f2a4d-4d7e-4526-8ff8-c9f44bf0b6b7" providerId="ADAL" clId="{D5B1CE20-3385-4643-AD35-597D449AFC05}" dt="2025-06-12T02:13:22.022" v="2229" actId="1076"/>
          <ac:picMkLst>
            <pc:docMk/>
            <pc:sldMk cId="1562069655" sldId="279"/>
            <ac:picMk id="9" creationId="{8D85B69D-338A-DEA0-7E60-F72CB714A870}"/>
          </ac:picMkLst>
        </pc:picChg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246888353" sldId="280"/>
        </pc:sldMkLst>
      </pc:sldChg>
      <pc:sldChg chg="addSp modSp mod">
        <pc:chgData name="Charlotte Ruby Patterson" userId="5e4f2a4d-4d7e-4526-8ff8-c9f44bf0b6b7" providerId="ADAL" clId="{D5B1CE20-3385-4643-AD35-597D449AFC05}" dt="2025-06-12T02:15:14.348" v="2419" actId="1076"/>
        <pc:sldMkLst>
          <pc:docMk/>
          <pc:sldMk cId="1287532557" sldId="281"/>
        </pc:sldMkLst>
        <pc:spChg chg="mod">
          <ac:chgData name="Charlotte Ruby Patterson" userId="5e4f2a4d-4d7e-4526-8ff8-c9f44bf0b6b7" providerId="ADAL" clId="{D5B1CE20-3385-4643-AD35-597D449AFC05}" dt="2025-06-12T02:15:13.941" v="2418" actId="1076"/>
          <ac:spMkLst>
            <pc:docMk/>
            <pc:sldMk cId="1287532557" sldId="281"/>
            <ac:spMk id="8" creationId="{8A9C76BE-4B72-3F89-FB4D-F42120927710}"/>
          </ac:spMkLst>
        </pc:spChg>
        <pc:spChg chg="add mod">
          <ac:chgData name="Charlotte Ruby Patterson" userId="5e4f2a4d-4d7e-4526-8ff8-c9f44bf0b6b7" providerId="ADAL" clId="{D5B1CE20-3385-4643-AD35-597D449AFC05}" dt="2025-06-12T02:15:14.348" v="2419" actId="1076"/>
          <ac:spMkLst>
            <pc:docMk/>
            <pc:sldMk cId="1287532557" sldId="281"/>
            <ac:spMk id="12" creationId="{8785EA76-1968-160C-0108-53C5F7C9FACF}"/>
          </ac:spMkLst>
        </pc:spChg>
        <pc:picChg chg="mod">
          <ac:chgData name="Charlotte Ruby Patterson" userId="5e4f2a4d-4d7e-4526-8ff8-c9f44bf0b6b7" providerId="ADAL" clId="{D5B1CE20-3385-4643-AD35-597D449AFC05}" dt="2025-06-12T02:15:13.941" v="2418" actId="1076"/>
          <ac:picMkLst>
            <pc:docMk/>
            <pc:sldMk cId="1287532557" sldId="281"/>
            <ac:picMk id="9" creationId="{DD40385A-9947-E5C3-BA0B-5D282453183E}"/>
          </ac:picMkLst>
        </pc:picChg>
        <pc:picChg chg="add mod">
          <ac:chgData name="Charlotte Ruby Patterson" userId="5e4f2a4d-4d7e-4526-8ff8-c9f44bf0b6b7" providerId="ADAL" clId="{D5B1CE20-3385-4643-AD35-597D449AFC05}" dt="2025-06-12T02:15:14.348" v="2419" actId="1076"/>
          <ac:picMkLst>
            <pc:docMk/>
            <pc:sldMk cId="1287532557" sldId="281"/>
            <ac:picMk id="13" creationId="{2527664D-2743-7FA3-A606-0E5BB9FD4DD0}"/>
          </ac:picMkLst>
        </pc:picChg>
      </pc:sldChg>
      <pc:sldChg chg="del">
        <pc:chgData name="Charlotte Ruby Patterson" userId="5e4f2a4d-4d7e-4526-8ff8-c9f44bf0b6b7" providerId="ADAL" clId="{D5B1CE20-3385-4643-AD35-597D449AFC05}" dt="2025-06-12T02:00:25.054" v="1882" actId="47"/>
        <pc:sldMkLst>
          <pc:docMk/>
          <pc:sldMk cId="2480356457" sldId="283"/>
        </pc:sldMkLst>
      </pc:sldChg>
      <pc:sldChg chg="del">
        <pc:chgData name="Charlotte Ruby Patterson" userId="5e4f2a4d-4d7e-4526-8ff8-c9f44bf0b6b7" providerId="ADAL" clId="{D5B1CE20-3385-4643-AD35-597D449AFC05}" dt="2025-06-12T02:00:21.855" v="1881" actId="47"/>
        <pc:sldMkLst>
          <pc:docMk/>
          <pc:sldMk cId="1553231249" sldId="286"/>
        </pc:sldMkLst>
      </pc:sldChg>
      <pc:sldChg chg="del ord">
        <pc:chgData name="Charlotte Ruby Patterson" userId="5e4f2a4d-4d7e-4526-8ff8-c9f44bf0b6b7" providerId="ADAL" clId="{D5B1CE20-3385-4643-AD35-597D449AFC05}" dt="2025-06-12T01:55:00.598" v="1426" actId="47"/>
        <pc:sldMkLst>
          <pc:docMk/>
          <pc:sldMk cId="814873531" sldId="288"/>
        </pc:sldMkLst>
      </pc:sldChg>
      <pc:sldChg chg="addSp modSp mod ord">
        <pc:chgData name="Charlotte Ruby Patterson" userId="5e4f2a4d-4d7e-4526-8ff8-c9f44bf0b6b7" providerId="ADAL" clId="{D5B1CE20-3385-4643-AD35-597D449AFC05}" dt="2025-06-12T02:02:06.339" v="1903" actId="1076"/>
        <pc:sldMkLst>
          <pc:docMk/>
          <pc:sldMk cId="978555237" sldId="289"/>
        </pc:sldMkLst>
        <pc:spChg chg="mod">
          <ac:chgData name="Charlotte Ruby Patterson" userId="5e4f2a4d-4d7e-4526-8ff8-c9f44bf0b6b7" providerId="ADAL" clId="{D5B1CE20-3385-4643-AD35-597D449AFC05}" dt="2025-06-12T02:01:54.594" v="1900" actId="113"/>
          <ac:spMkLst>
            <pc:docMk/>
            <pc:sldMk cId="978555237" sldId="289"/>
            <ac:spMk id="11" creationId="{39304E90-0FC5-D836-F826-469845DF2FBE}"/>
          </ac:spMkLst>
        </pc:spChg>
        <pc:picChg chg="add mod">
          <ac:chgData name="Charlotte Ruby Patterson" userId="5e4f2a4d-4d7e-4526-8ff8-c9f44bf0b6b7" providerId="ADAL" clId="{D5B1CE20-3385-4643-AD35-597D449AFC05}" dt="2025-06-12T02:02:06.339" v="1903" actId="1076"/>
          <ac:picMkLst>
            <pc:docMk/>
            <pc:sldMk cId="978555237" sldId="289"/>
            <ac:picMk id="3" creationId="{C1667054-DF4D-36AD-A542-3CE6273751AA}"/>
          </ac:picMkLst>
        </pc:picChg>
      </pc:sldChg>
      <pc:sldChg chg="addSp modSp mod ord">
        <pc:chgData name="Charlotte Ruby Patterson" userId="5e4f2a4d-4d7e-4526-8ff8-c9f44bf0b6b7" providerId="ADAL" clId="{D5B1CE20-3385-4643-AD35-597D449AFC05}" dt="2025-06-12T02:02:11.848" v="1905" actId="1076"/>
        <pc:sldMkLst>
          <pc:docMk/>
          <pc:sldMk cId="2285977475" sldId="290"/>
        </pc:sldMkLst>
        <pc:spChg chg="mod">
          <ac:chgData name="Charlotte Ruby Patterson" userId="5e4f2a4d-4d7e-4526-8ff8-c9f44bf0b6b7" providerId="ADAL" clId="{D5B1CE20-3385-4643-AD35-597D449AFC05}" dt="2025-06-12T02:02:03.513" v="1902" actId="1076"/>
          <ac:spMkLst>
            <pc:docMk/>
            <pc:sldMk cId="2285977475" sldId="290"/>
            <ac:spMk id="12" creationId="{773D5218-EACB-1CAB-DA92-AE6ADBDD435E}"/>
          </ac:spMkLst>
        </pc:spChg>
        <pc:picChg chg="add mod">
          <ac:chgData name="Charlotte Ruby Patterson" userId="5e4f2a4d-4d7e-4526-8ff8-c9f44bf0b6b7" providerId="ADAL" clId="{D5B1CE20-3385-4643-AD35-597D449AFC05}" dt="2025-06-12T02:02:11.848" v="1905" actId="1076"/>
          <ac:picMkLst>
            <pc:docMk/>
            <pc:sldMk cId="2285977475" sldId="290"/>
            <ac:picMk id="3" creationId="{6A34D832-4A2D-32C1-A839-1F5752498670}"/>
          </ac:picMkLst>
        </pc:picChg>
      </pc:sldChg>
      <pc:sldChg chg="addSp delSp modSp del mod ord">
        <pc:chgData name="Charlotte Ruby Patterson" userId="5e4f2a4d-4d7e-4526-8ff8-c9f44bf0b6b7" providerId="ADAL" clId="{D5B1CE20-3385-4643-AD35-597D449AFC05}" dt="2025-06-12T02:01:29.956" v="1893" actId="47"/>
        <pc:sldMkLst>
          <pc:docMk/>
          <pc:sldMk cId="2030781034" sldId="292"/>
        </pc:sldMkLst>
        <pc:spChg chg="add mod">
          <ac:chgData name="Charlotte Ruby Patterson" userId="5e4f2a4d-4d7e-4526-8ff8-c9f44bf0b6b7" providerId="ADAL" clId="{D5B1CE20-3385-4643-AD35-597D449AFC05}" dt="2025-06-12T01:59:59.405" v="1879" actId="14100"/>
          <ac:spMkLst>
            <pc:docMk/>
            <pc:sldMk cId="2030781034" sldId="292"/>
            <ac:spMk id="3" creationId="{EC6ADF26-12C2-2844-E561-7529BA95CD03}"/>
          </ac:spMkLst>
        </pc:spChg>
        <pc:picChg chg="del">
          <ac:chgData name="Charlotte Ruby Patterson" userId="5e4f2a4d-4d7e-4526-8ff8-c9f44bf0b6b7" providerId="ADAL" clId="{D5B1CE20-3385-4643-AD35-597D449AFC05}" dt="2025-06-12T01:59:29.776" v="1756" actId="478"/>
          <ac:picMkLst>
            <pc:docMk/>
            <pc:sldMk cId="2030781034" sldId="292"/>
            <ac:picMk id="8" creationId="{EA36095C-6B40-4099-1FED-5D2222D67A2B}"/>
          </ac:picMkLst>
        </pc:picChg>
        <pc:picChg chg="del">
          <ac:chgData name="Charlotte Ruby Patterson" userId="5e4f2a4d-4d7e-4526-8ff8-c9f44bf0b6b7" providerId="ADAL" clId="{D5B1CE20-3385-4643-AD35-597D449AFC05}" dt="2025-06-12T01:59:31.543" v="1757" actId="478"/>
          <ac:picMkLst>
            <pc:docMk/>
            <pc:sldMk cId="2030781034" sldId="292"/>
            <ac:picMk id="2050" creationId="{59D1D4A2-7FEE-A547-2894-4EDB56ED36D4}"/>
          </ac:picMkLst>
        </pc:picChg>
      </pc:sldChg>
      <pc:sldChg chg="modSp del mod ord">
        <pc:chgData name="Charlotte Ruby Patterson" userId="5e4f2a4d-4d7e-4526-8ff8-c9f44bf0b6b7" providerId="ADAL" clId="{D5B1CE20-3385-4643-AD35-597D449AFC05}" dt="2025-06-12T02:00:19.679" v="1880" actId="47"/>
        <pc:sldMkLst>
          <pc:docMk/>
          <pc:sldMk cId="168204496" sldId="294"/>
        </pc:sldMkLst>
        <pc:spChg chg="mod">
          <ac:chgData name="Charlotte Ruby Patterson" userId="5e4f2a4d-4d7e-4526-8ff8-c9f44bf0b6b7" providerId="ADAL" clId="{D5B1CE20-3385-4643-AD35-597D449AFC05}" dt="2025-06-12T01:59:09.812" v="1752" actId="20577"/>
          <ac:spMkLst>
            <pc:docMk/>
            <pc:sldMk cId="168204496" sldId="294"/>
            <ac:spMk id="2" creationId="{1286988B-5A36-AE17-FE89-98A61312B1F6}"/>
          </ac:spMkLst>
        </pc:spChg>
        <pc:spChg chg="mod">
          <ac:chgData name="Charlotte Ruby Patterson" userId="5e4f2a4d-4d7e-4526-8ff8-c9f44bf0b6b7" providerId="ADAL" clId="{D5B1CE20-3385-4643-AD35-597D449AFC05}" dt="2025-06-12T01:59:16.117" v="1753" actId="6549"/>
          <ac:spMkLst>
            <pc:docMk/>
            <pc:sldMk cId="168204496" sldId="294"/>
            <ac:spMk id="3" creationId="{4116D06F-00F0-6312-71EF-43B7576D093C}"/>
          </ac:spMkLst>
        </pc:spChg>
      </pc:sldChg>
      <pc:sldChg chg="addSp delSp modSp mod ord">
        <pc:chgData name="Charlotte Ruby Patterson" userId="5e4f2a4d-4d7e-4526-8ff8-c9f44bf0b6b7" providerId="ADAL" clId="{D5B1CE20-3385-4643-AD35-597D449AFC05}" dt="2025-06-12T02:07:50.552" v="2099" actId="20577"/>
        <pc:sldMkLst>
          <pc:docMk/>
          <pc:sldMk cId="2463835916" sldId="295"/>
        </pc:sldMkLst>
        <pc:spChg chg="mod">
          <ac:chgData name="Charlotte Ruby Patterson" userId="5e4f2a4d-4d7e-4526-8ff8-c9f44bf0b6b7" providerId="ADAL" clId="{D5B1CE20-3385-4643-AD35-597D449AFC05}" dt="2025-06-12T02:04:37.989" v="1928" actId="1076"/>
          <ac:spMkLst>
            <pc:docMk/>
            <pc:sldMk cId="2463835916" sldId="295"/>
            <ac:spMk id="7" creationId="{68AADE61-569E-C225-E291-399C5FEBB723}"/>
          </ac:spMkLst>
        </pc:spChg>
        <pc:spChg chg="add mod">
          <ac:chgData name="Charlotte Ruby Patterson" userId="5e4f2a4d-4d7e-4526-8ff8-c9f44bf0b6b7" providerId="ADAL" clId="{D5B1CE20-3385-4643-AD35-597D449AFC05}" dt="2025-06-12T02:07:50.552" v="2099" actId="20577"/>
          <ac:spMkLst>
            <pc:docMk/>
            <pc:sldMk cId="2463835916" sldId="295"/>
            <ac:spMk id="10" creationId="{53641BA5-6778-11F1-527B-532992F5E460}"/>
          </ac:spMkLst>
        </pc:spChg>
        <pc:picChg chg="mod">
          <ac:chgData name="Charlotte Ruby Patterson" userId="5e4f2a4d-4d7e-4526-8ff8-c9f44bf0b6b7" providerId="ADAL" clId="{D5B1CE20-3385-4643-AD35-597D449AFC05}" dt="2025-06-12T02:04:37.989" v="1928" actId="1076"/>
          <ac:picMkLst>
            <pc:docMk/>
            <pc:sldMk cId="2463835916" sldId="295"/>
            <ac:picMk id="8" creationId="{CC537F14-E3B9-C231-A312-5E0871D4B685}"/>
          </ac:picMkLst>
        </pc:picChg>
        <pc:picChg chg="add mod">
          <ac:chgData name="Charlotte Ruby Patterson" userId="5e4f2a4d-4d7e-4526-8ff8-c9f44bf0b6b7" providerId="ADAL" clId="{D5B1CE20-3385-4643-AD35-597D449AFC05}" dt="2025-06-12T02:05:58.906" v="1934" actId="1076"/>
          <ac:picMkLst>
            <pc:docMk/>
            <pc:sldMk cId="2463835916" sldId="295"/>
            <ac:picMk id="9" creationId="{8949091E-27A6-C8FF-BD37-3B42C5AA8FBD}"/>
          </ac:picMkLst>
        </pc:picChg>
        <pc:picChg chg="del">
          <ac:chgData name="Charlotte Ruby Patterson" userId="5e4f2a4d-4d7e-4526-8ff8-c9f44bf0b6b7" providerId="ADAL" clId="{D5B1CE20-3385-4643-AD35-597D449AFC05}" dt="2025-06-12T02:04:55.082" v="1929" actId="478"/>
          <ac:picMkLst>
            <pc:docMk/>
            <pc:sldMk cId="2463835916" sldId="295"/>
            <ac:picMk id="14" creationId="{EAD685B2-1BA0-0C10-6F3D-B826F511F789}"/>
          </ac:picMkLst>
        </pc:picChg>
      </pc:sldChg>
      <pc:sldChg chg="addSp delSp modSp mod">
        <pc:chgData name="Charlotte Ruby Patterson" userId="5e4f2a4d-4d7e-4526-8ff8-c9f44bf0b6b7" providerId="ADAL" clId="{D5B1CE20-3385-4643-AD35-597D449AFC05}" dt="2025-06-12T02:11:49.892" v="2191" actId="20577"/>
        <pc:sldMkLst>
          <pc:docMk/>
          <pc:sldMk cId="539177696" sldId="296"/>
        </pc:sldMkLst>
        <pc:spChg chg="mod">
          <ac:chgData name="Charlotte Ruby Patterson" userId="5e4f2a4d-4d7e-4526-8ff8-c9f44bf0b6b7" providerId="ADAL" clId="{D5B1CE20-3385-4643-AD35-597D449AFC05}" dt="2025-06-12T02:11:49.892" v="2191" actId="20577"/>
          <ac:spMkLst>
            <pc:docMk/>
            <pc:sldMk cId="539177696" sldId="296"/>
            <ac:spMk id="2" creationId="{B8D8743D-B062-6A66-5943-3F6993AAC2CE}"/>
          </ac:spMkLst>
        </pc:spChg>
        <pc:spChg chg="del">
          <ac:chgData name="Charlotte Ruby Patterson" userId="5e4f2a4d-4d7e-4526-8ff8-c9f44bf0b6b7" providerId="ADAL" clId="{D5B1CE20-3385-4643-AD35-597D449AFC05}" dt="2025-06-12T02:10:54.964" v="2161" actId="478"/>
          <ac:spMkLst>
            <pc:docMk/>
            <pc:sldMk cId="539177696" sldId="296"/>
            <ac:spMk id="3" creationId="{0C700E9F-BD34-6E7A-1961-4C511F78D46D}"/>
          </ac:spMkLst>
        </pc:spChg>
        <pc:spChg chg="del">
          <ac:chgData name="Charlotte Ruby Patterson" userId="5e4f2a4d-4d7e-4526-8ff8-c9f44bf0b6b7" providerId="ADAL" clId="{D5B1CE20-3385-4643-AD35-597D449AFC05}" dt="2025-06-12T02:11:02.727" v="2164" actId="478"/>
          <ac:spMkLst>
            <pc:docMk/>
            <pc:sldMk cId="539177696" sldId="296"/>
            <ac:spMk id="7" creationId="{34B6AB1A-4885-7BF6-5899-4FCC6C88E4C8}"/>
          </ac:spMkLst>
        </pc:spChg>
        <pc:spChg chg="add del mod">
          <ac:chgData name="Charlotte Ruby Patterson" userId="5e4f2a4d-4d7e-4526-8ff8-c9f44bf0b6b7" providerId="ADAL" clId="{D5B1CE20-3385-4643-AD35-597D449AFC05}" dt="2025-06-12T02:10:57.319" v="2162" actId="478"/>
          <ac:spMkLst>
            <pc:docMk/>
            <pc:sldMk cId="539177696" sldId="296"/>
            <ac:spMk id="10" creationId="{923FD2C7-A18C-9D50-F8ED-D19766DBD377}"/>
          </ac:spMkLst>
        </pc:spChg>
        <pc:spChg chg="add mod">
          <ac:chgData name="Charlotte Ruby Patterson" userId="5e4f2a4d-4d7e-4526-8ff8-c9f44bf0b6b7" providerId="ADAL" clId="{D5B1CE20-3385-4643-AD35-597D449AFC05}" dt="2025-06-12T02:11:11.389" v="2165"/>
          <ac:spMkLst>
            <pc:docMk/>
            <pc:sldMk cId="539177696" sldId="296"/>
            <ac:spMk id="11" creationId="{1A9B0523-FA4F-A1DA-3853-64A6720E03AF}"/>
          </ac:spMkLst>
        </pc:spChg>
        <pc:picChg chg="del">
          <ac:chgData name="Charlotte Ruby Patterson" userId="5e4f2a4d-4d7e-4526-8ff8-c9f44bf0b6b7" providerId="ADAL" clId="{D5B1CE20-3385-4643-AD35-597D449AFC05}" dt="2025-06-12T02:11:00.695" v="2163" actId="478"/>
          <ac:picMkLst>
            <pc:docMk/>
            <pc:sldMk cId="539177696" sldId="296"/>
            <ac:picMk id="8" creationId="{E4B339A6-BF73-72CE-FC34-46BD2B1F61D7}"/>
          </ac:picMkLst>
        </pc:picChg>
        <pc:picChg chg="add mod">
          <ac:chgData name="Charlotte Ruby Patterson" userId="5e4f2a4d-4d7e-4526-8ff8-c9f44bf0b6b7" providerId="ADAL" clId="{D5B1CE20-3385-4643-AD35-597D449AFC05}" dt="2025-06-12T02:11:11.389" v="2165"/>
          <ac:picMkLst>
            <pc:docMk/>
            <pc:sldMk cId="539177696" sldId="296"/>
            <ac:picMk id="12" creationId="{338224BB-75B1-872C-A05C-2EDA61E4C6B8}"/>
          </ac:picMkLst>
        </pc:picChg>
        <pc:picChg chg="add del mod">
          <ac:chgData name="Charlotte Ruby Patterson" userId="5e4f2a4d-4d7e-4526-8ff8-c9f44bf0b6b7" providerId="ADAL" clId="{D5B1CE20-3385-4643-AD35-597D449AFC05}" dt="2025-06-12T02:11:24.500" v="2166" actId="478"/>
          <ac:picMkLst>
            <pc:docMk/>
            <pc:sldMk cId="539177696" sldId="296"/>
            <ac:picMk id="13" creationId="{DA686B56-4657-5634-6EEA-01F698F42349}"/>
          </ac:picMkLst>
        </pc:picChg>
        <pc:picChg chg="add mod">
          <ac:chgData name="Charlotte Ruby Patterson" userId="5e4f2a4d-4d7e-4526-8ff8-c9f44bf0b6b7" providerId="ADAL" clId="{D5B1CE20-3385-4643-AD35-597D449AFC05}" dt="2025-06-12T02:11:31.240" v="2172" actId="1440"/>
          <ac:picMkLst>
            <pc:docMk/>
            <pc:sldMk cId="539177696" sldId="296"/>
            <ac:picMk id="15" creationId="{CD2B6C43-842F-2032-49BE-086CBCA1CF10}"/>
          </ac:picMkLst>
        </pc:picChg>
      </pc:sldChg>
      <pc:sldChg chg="modSp del mod">
        <pc:chgData name="Charlotte Ruby Patterson" userId="5e4f2a4d-4d7e-4526-8ff8-c9f44bf0b6b7" providerId="ADAL" clId="{D5B1CE20-3385-4643-AD35-597D449AFC05}" dt="2025-06-12T02:03:11.498" v="1907" actId="47"/>
        <pc:sldMkLst>
          <pc:docMk/>
          <pc:sldMk cId="2108340454" sldId="297"/>
        </pc:sldMkLst>
        <pc:spChg chg="mod">
          <ac:chgData name="Charlotte Ruby Patterson" userId="5e4f2a4d-4d7e-4526-8ff8-c9f44bf0b6b7" providerId="ADAL" clId="{D5B1CE20-3385-4643-AD35-597D449AFC05}" dt="2025-06-12T01:43:35.628" v="762" actId="21"/>
          <ac:spMkLst>
            <pc:docMk/>
            <pc:sldMk cId="2108340454" sldId="297"/>
            <ac:spMk id="3" creationId="{38938473-6F0F-6A45-EC11-09E9F8A5FA96}"/>
          </ac:spMkLst>
        </pc:spChg>
      </pc:sldChg>
      <pc:sldChg chg="addSp delSp modSp mod">
        <pc:chgData name="Charlotte Ruby Patterson" userId="5e4f2a4d-4d7e-4526-8ff8-c9f44bf0b6b7" providerId="ADAL" clId="{D5B1CE20-3385-4643-AD35-597D449AFC05}" dt="2025-06-12T02:17:56.323" v="2531" actId="20577"/>
        <pc:sldMkLst>
          <pc:docMk/>
          <pc:sldMk cId="1029413331" sldId="301"/>
        </pc:sldMkLst>
        <pc:spChg chg="mod">
          <ac:chgData name="Charlotte Ruby Patterson" userId="5e4f2a4d-4d7e-4526-8ff8-c9f44bf0b6b7" providerId="ADAL" clId="{D5B1CE20-3385-4643-AD35-597D449AFC05}" dt="2025-06-12T02:17:56.323" v="2531" actId="20577"/>
          <ac:spMkLst>
            <pc:docMk/>
            <pc:sldMk cId="1029413331" sldId="301"/>
            <ac:spMk id="2" creationId="{18283B03-D823-B549-3BE6-F9EC945A0608}"/>
          </ac:spMkLst>
        </pc:spChg>
        <pc:spChg chg="add del mod">
          <ac:chgData name="Charlotte Ruby Patterson" userId="5e4f2a4d-4d7e-4526-8ff8-c9f44bf0b6b7" providerId="ADAL" clId="{D5B1CE20-3385-4643-AD35-597D449AFC05}" dt="2025-06-12T02:16:46.260" v="2486" actId="478"/>
          <ac:spMkLst>
            <pc:docMk/>
            <pc:sldMk cId="1029413331" sldId="301"/>
            <ac:spMk id="3" creationId="{CF4B6E3F-454A-0273-C000-59F640EE41D9}"/>
          </ac:spMkLst>
        </pc:spChg>
        <pc:spChg chg="del">
          <ac:chgData name="Charlotte Ruby Patterson" userId="5e4f2a4d-4d7e-4526-8ff8-c9f44bf0b6b7" providerId="ADAL" clId="{D5B1CE20-3385-4643-AD35-597D449AFC05}" dt="2025-06-12T02:16:16.309" v="2465" actId="478"/>
          <ac:spMkLst>
            <pc:docMk/>
            <pc:sldMk cId="1029413331" sldId="301"/>
            <ac:spMk id="17" creationId="{531C6140-31C0-75B9-0317-C99F2513D963}"/>
          </ac:spMkLst>
        </pc:spChg>
        <pc:spChg chg="del">
          <ac:chgData name="Charlotte Ruby Patterson" userId="5e4f2a4d-4d7e-4526-8ff8-c9f44bf0b6b7" providerId="ADAL" clId="{D5B1CE20-3385-4643-AD35-597D449AFC05}" dt="2025-06-12T02:16:15.787" v="2464" actId="478"/>
          <ac:spMkLst>
            <pc:docMk/>
            <pc:sldMk cId="1029413331" sldId="301"/>
            <ac:spMk id="20" creationId="{BF8F2772-2D43-E683-AF80-8AA50D23DDB0}"/>
          </ac:spMkLst>
        </pc:spChg>
        <pc:spChg chg="mod">
          <ac:chgData name="Charlotte Ruby Patterson" userId="5e4f2a4d-4d7e-4526-8ff8-c9f44bf0b6b7" providerId="ADAL" clId="{D5B1CE20-3385-4643-AD35-597D449AFC05}" dt="2025-06-12T02:17:43.222" v="2507" actId="20577"/>
          <ac:spMkLst>
            <pc:docMk/>
            <pc:sldMk cId="1029413331" sldId="301"/>
            <ac:spMk id="24" creationId="{F7927735-D343-196B-932D-252620D528D6}"/>
          </ac:spMkLst>
        </pc:spChg>
        <pc:picChg chg="mod">
          <ac:chgData name="Charlotte Ruby Patterson" userId="5e4f2a4d-4d7e-4526-8ff8-c9f44bf0b6b7" providerId="ADAL" clId="{D5B1CE20-3385-4643-AD35-597D449AFC05}" dt="2025-06-12T02:16:18.133" v="2466" actId="1076"/>
          <ac:picMkLst>
            <pc:docMk/>
            <pc:sldMk cId="1029413331" sldId="301"/>
            <ac:picMk id="23" creationId="{6BD46D83-BBB2-96D3-7EE4-CAE7821D106F}"/>
          </ac:picMkLst>
        </pc:picChg>
        <pc:cxnChg chg="del">
          <ac:chgData name="Charlotte Ruby Patterson" userId="5e4f2a4d-4d7e-4526-8ff8-c9f44bf0b6b7" providerId="ADAL" clId="{D5B1CE20-3385-4643-AD35-597D449AFC05}" dt="2025-06-12T02:16:14.295" v="2463" actId="478"/>
          <ac:cxnSpMkLst>
            <pc:docMk/>
            <pc:sldMk cId="1029413331" sldId="301"/>
            <ac:cxnSpMk id="18" creationId="{212F1839-DDD0-E586-3DFC-213D98DE8AFC}"/>
          </ac:cxnSpMkLst>
        </pc:cxnChg>
        <pc:cxnChg chg="del">
          <ac:chgData name="Charlotte Ruby Patterson" userId="5e4f2a4d-4d7e-4526-8ff8-c9f44bf0b6b7" providerId="ADAL" clId="{D5B1CE20-3385-4643-AD35-597D449AFC05}" dt="2025-06-12T02:16:14.295" v="2463" actId="478"/>
          <ac:cxnSpMkLst>
            <pc:docMk/>
            <pc:sldMk cId="1029413331" sldId="301"/>
            <ac:cxnSpMk id="19" creationId="{7128B6FA-FCB5-BDCE-F51F-C38F46F4E91D}"/>
          </ac:cxnSpMkLst>
        </pc:cxnChg>
        <pc:cxnChg chg="del">
          <ac:chgData name="Charlotte Ruby Patterson" userId="5e4f2a4d-4d7e-4526-8ff8-c9f44bf0b6b7" providerId="ADAL" clId="{D5B1CE20-3385-4643-AD35-597D449AFC05}" dt="2025-06-12T02:16:14.295" v="2463" actId="478"/>
          <ac:cxnSpMkLst>
            <pc:docMk/>
            <pc:sldMk cId="1029413331" sldId="301"/>
            <ac:cxnSpMk id="21" creationId="{462AE1E3-B449-FCDC-880E-BF2F5D42057E}"/>
          </ac:cxnSpMkLst>
        </pc:cxnChg>
      </pc:sldChg>
      <pc:sldChg chg="del">
        <pc:chgData name="Charlotte Ruby Patterson" userId="5e4f2a4d-4d7e-4526-8ff8-c9f44bf0b6b7" providerId="ADAL" clId="{D5B1CE20-3385-4643-AD35-597D449AFC05}" dt="2025-06-12T01:25:17.171" v="218" actId="47"/>
        <pc:sldMkLst>
          <pc:docMk/>
          <pc:sldMk cId="2280759147" sldId="302"/>
        </pc:sldMkLst>
      </pc:sldChg>
      <pc:sldChg chg="addSp delSp modSp mod modAnim">
        <pc:chgData name="Charlotte Ruby Patterson" userId="5e4f2a4d-4d7e-4526-8ff8-c9f44bf0b6b7" providerId="ADAL" clId="{D5B1CE20-3385-4643-AD35-597D449AFC05}" dt="2025-06-12T01:43:17.237" v="761" actId="1035"/>
        <pc:sldMkLst>
          <pc:docMk/>
          <pc:sldMk cId="610983832" sldId="304"/>
        </pc:sldMkLst>
        <pc:spChg chg="add del mod">
          <ac:chgData name="Charlotte Ruby Patterson" userId="5e4f2a4d-4d7e-4526-8ff8-c9f44bf0b6b7" providerId="ADAL" clId="{D5B1CE20-3385-4643-AD35-597D449AFC05}" dt="2025-06-12T01:43:15.586" v="759" actId="478"/>
          <ac:spMkLst>
            <pc:docMk/>
            <pc:sldMk cId="610983832" sldId="304"/>
            <ac:spMk id="3" creationId="{3AA47CB6-CC6B-33C3-897A-F4938AC0879A}"/>
          </ac:spMkLst>
        </pc:spChg>
        <pc:spChg chg="mod">
          <ac:chgData name="Charlotte Ruby Patterson" userId="5e4f2a4d-4d7e-4526-8ff8-c9f44bf0b6b7" providerId="ADAL" clId="{D5B1CE20-3385-4643-AD35-597D449AFC05}" dt="2025-06-12T01:40:24.199" v="724" actId="20577"/>
          <ac:spMkLst>
            <pc:docMk/>
            <pc:sldMk cId="610983832" sldId="304"/>
            <ac:spMk id="8" creationId="{859FF239-7731-BFE4-1879-BC0558480917}"/>
          </ac:spMkLst>
        </pc:spChg>
        <pc:picChg chg="add mod">
          <ac:chgData name="Charlotte Ruby Patterson" userId="5e4f2a4d-4d7e-4526-8ff8-c9f44bf0b6b7" providerId="ADAL" clId="{D5B1CE20-3385-4643-AD35-597D449AFC05}" dt="2025-06-12T01:43:08.074" v="749" actId="1076"/>
          <ac:picMkLst>
            <pc:docMk/>
            <pc:sldMk cId="610983832" sldId="304"/>
            <ac:picMk id="9" creationId="{0935CEE6-05A5-F77D-4BF4-970095DE25C1}"/>
          </ac:picMkLst>
        </pc:picChg>
        <pc:picChg chg="add mod">
          <ac:chgData name="Charlotte Ruby Patterson" userId="5e4f2a4d-4d7e-4526-8ff8-c9f44bf0b6b7" providerId="ADAL" clId="{D5B1CE20-3385-4643-AD35-597D449AFC05}" dt="2025-06-12T01:43:17.237" v="761" actId="1035"/>
          <ac:picMkLst>
            <pc:docMk/>
            <pc:sldMk cId="610983832" sldId="304"/>
            <ac:picMk id="10" creationId="{6101B399-3916-8FF1-7296-E2A326D33917}"/>
          </ac:picMkLst>
        </pc:picChg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668367263" sldId="307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770312698" sldId="308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1123331387" sldId="309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391794777" sldId="310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1401880843" sldId="311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2768417719" sldId="312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1465890325" sldId="314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824824519" sldId="315"/>
        </pc:sldMkLst>
      </pc:sldChg>
      <pc:sldChg chg="del">
        <pc:chgData name="Charlotte Ruby Patterson" userId="5e4f2a4d-4d7e-4526-8ff8-c9f44bf0b6b7" providerId="ADAL" clId="{D5B1CE20-3385-4643-AD35-597D449AFC05}" dt="2025-06-12T02:12:30.958" v="2192" actId="47"/>
        <pc:sldMkLst>
          <pc:docMk/>
          <pc:sldMk cId="463455855" sldId="316"/>
        </pc:sldMkLst>
      </pc:sldChg>
      <pc:sldChg chg="addSp delSp modSp add mod delAnim modAnim">
        <pc:chgData name="Charlotte Ruby Patterson" userId="5e4f2a4d-4d7e-4526-8ff8-c9f44bf0b6b7" providerId="ADAL" clId="{D5B1CE20-3385-4643-AD35-597D449AFC05}" dt="2025-06-12T01:36:00.653" v="649" actId="20577"/>
        <pc:sldMkLst>
          <pc:docMk/>
          <pc:sldMk cId="2265890154" sldId="317"/>
        </pc:sldMkLst>
        <pc:spChg chg="add mod">
          <ac:chgData name="Charlotte Ruby Patterson" userId="5e4f2a4d-4d7e-4526-8ff8-c9f44bf0b6b7" providerId="ADAL" clId="{D5B1CE20-3385-4643-AD35-597D449AFC05}" dt="2025-06-12T01:36:00.653" v="649" actId="20577"/>
          <ac:spMkLst>
            <pc:docMk/>
            <pc:sldMk cId="2265890154" sldId="317"/>
            <ac:spMk id="10" creationId="{54E95391-E77D-50FF-9092-6AA937904ED9}"/>
          </ac:spMkLst>
        </pc:spChg>
        <pc:picChg chg="mod">
          <ac:chgData name="Charlotte Ruby Patterson" userId="5e4f2a4d-4d7e-4526-8ff8-c9f44bf0b6b7" providerId="ADAL" clId="{D5B1CE20-3385-4643-AD35-597D449AFC05}" dt="2025-06-12T01:25:01.563" v="215" actId="1076"/>
          <ac:picMkLst>
            <pc:docMk/>
            <pc:sldMk cId="2265890154" sldId="317"/>
            <ac:picMk id="5" creationId="{88F5DC24-A784-699A-8E70-E347CE43BF6B}"/>
          </ac:picMkLst>
        </pc:picChg>
        <pc:picChg chg="del">
          <ac:chgData name="Charlotte Ruby Patterson" userId="5e4f2a4d-4d7e-4526-8ff8-c9f44bf0b6b7" providerId="ADAL" clId="{D5B1CE20-3385-4643-AD35-597D449AFC05}" dt="2025-06-12T01:24:19.977" v="194" actId="478"/>
          <ac:picMkLst>
            <pc:docMk/>
            <pc:sldMk cId="2265890154" sldId="317"/>
            <ac:picMk id="6" creationId="{87BA6C21-7A2A-B04E-A998-2DC41357AD31}"/>
          </ac:picMkLst>
        </pc:picChg>
        <pc:picChg chg="add mod ord modCrop">
          <ac:chgData name="Charlotte Ruby Patterson" userId="5e4f2a4d-4d7e-4526-8ff8-c9f44bf0b6b7" providerId="ADAL" clId="{D5B1CE20-3385-4643-AD35-597D449AFC05}" dt="2025-06-12T01:25:01.563" v="215" actId="1076"/>
          <ac:picMkLst>
            <pc:docMk/>
            <pc:sldMk cId="2265890154" sldId="317"/>
            <ac:picMk id="9" creationId="{46622D0F-B2EC-BDEA-D811-45572A7B4C11}"/>
          </ac:picMkLst>
        </pc:picChg>
        <pc:picChg chg="mod">
          <ac:chgData name="Charlotte Ruby Patterson" userId="5e4f2a4d-4d7e-4526-8ff8-c9f44bf0b6b7" providerId="ADAL" clId="{D5B1CE20-3385-4643-AD35-597D449AFC05}" dt="2025-06-12T01:25:03.483" v="216" actId="1076"/>
          <ac:picMkLst>
            <pc:docMk/>
            <pc:sldMk cId="2265890154" sldId="317"/>
            <ac:picMk id="14" creationId="{46C225FB-AE9A-9589-3C2B-B7D255EBE1EF}"/>
          </ac:picMkLst>
        </pc:picChg>
        <pc:picChg chg="mod">
          <ac:chgData name="Charlotte Ruby Patterson" userId="5e4f2a4d-4d7e-4526-8ff8-c9f44bf0b6b7" providerId="ADAL" clId="{D5B1CE20-3385-4643-AD35-597D449AFC05}" dt="2025-06-12T01:24:39.844" v="206" actId="14100"/>
          <ac:picMkLst>
            <pc:docMk/>
            <pc:sldMk cId="2265890154" sldId="317"/>
            <ac:picMk id="16" creationId="{45339067-0713-7E2E-F4FA-982EE8BD9615}"/>
          </ac:picMkLst>
        </pc:picChg>
      </pc:sldChg>
      <pc:sldChg chg="addSp delSp modSp add mod addAnim delAnim modAnim">
        <pc:chgData name="Charlotte Ruby Patterson" userId="5e4f2a4d-4d7e-4526-8ff8-c9f44bf0b6b7" providerId="ADAL" clId="{D5B1CE20-3385-4643-AD35-597D449AFC05}" dt="2025-06-12T01:59:00.775" v="1738"/>
        <pc:sldMkLst>
          <pc:docMk/>
          <pc:sldMk cId="3991568512" sldId="318"/>
        </pc:sldMkLst>
        <pc:spChg chg="add del mod">
          <ac:chgData name="Charlotte Ruby Patterson" userId="5e4f2a4d-4d7e-4526-8ff8-c9f44bf0b6b7" providerId="ADAL" clId="{D5B1CE20-3385-4643-AD35-597D449AFC05}" dt="2025-06-12T01:43:41.846" v="763" actId="478"/>
          <ac:spMkLst>
            <pc:docMk/>
            <pc:sldMk cId="3991568512" sldId="318"/>
            <ac:spMk id="3" creationId="{B2E55BB7-3A92-CA33-81C2-78D72A1522F7}"/>
          </ac:spMkLst>
        </pc:spChg>
        <pc:spChg chg="mod">
          <ac:chgData name="Charlotte Ruby Patterson" userId="5e4f2a4d-4d7e-4526-8ff8-c9f44bf0b6b7" providerId="ADAL" clId="{D5B1CE20-3385-4643-AD35-597D449AFC05}" dt="2025-06-08T11:28:20.834" v="23" actId="20577"/>
          <ac:spMkLst>
            <pc:docMk/>
            <pc:sldMk cId="3991568512" sldId="318"/>
            <ac:spMk id="7" creationId="{32688555-C5E9-B2F4-F78C-8521726113BF}"/>
          </ac:spMkLst>
        </pc:spChg>
        <pc:spChg chg="del mod">
          <ac:chgData name="Charlotte Ruby Patterson" userId="5e4f2a4d-4d7e-4526-8ff8-c9f44bf0b6b7" providerId="ADAL" clId="{D5B1CE20-3385-4643-AD35-597D449AFC05}" dt="2025-06-12T01:58:10.647" v="1729" actId="478"/>
          <ac:spMkLst>
            <pc:docMk/>
            <pc:sldMk cId="3991568512" sldId="318"/>
            <ac:spMk id="8" creationId="{FEDCF448-6249-C744-6E28-3A831764CA4C}"/>
          </ac:spMkLst>
        </pc:spChg>
        <pc:spChg chg="add mod">
          <ac:chgData name="Charlotte Ruby Patterson" userId="5e4f2a4d-4d7e-4526-8ff8-c9f44bf0b6b7" providerId="ADAL" clId="{D5B1CE20-3385-4643-AD35-597D449AFC05}" dt="2025-06-12T01:43:51.316" v="767" actId="1076"/>
          <ac:spMkLst>
            <pc:docMk/>
            <pc:sldMk cId="3991568512" sldId="318"/>
            <ac:spMk id="10" creationId="{0F5B4120-73B3-756E-AC72-11EB422E2BF1}"/>
          </ac:spMkLst>
        </pc:spChg>
        <pc:spChg chg="add del mod">
          <ac:chgData name="Charlotte Ruby Patterson" userId="5e4f2a4d-4d7e-4526-8ff8-c9f44bf0b6b7" providerId="ADAL" clId="{D5B1CE20-3385-4643-AD35-597D449AFC05}" dt="2025-06-12T01:58:16.157" v="1732" actId="478"/>
          <ac:spMkLst>
            <pc:docMk/>
            <pc:sldMk cId="3991568512" sldId="318"/>
            <ac:spMk id="13" creationId="{BEF0217B-2403-38D3-7084-985DC08865D0}"/>
          </ac:spMkLst>
        </pc:spChg>
        <pc:picChg chg="add del mod">
          <ac:chgData name="Charlotte Ruby Patterson" userId="5e4f2a4d-4d7e-4526-8ff8-c9f44bf0b6b7" providerId="ADAL" clId="{D5B1CE20-3385-4643-AD35-597D449AFC05}" dt="2025-06-12T01:58:24.378" v="1734" actId="1076"/>
          <ac:picMkLst>
            <pc:docMk/>
            <pc:sldMk cId="3991568512" sldId="318"/>
            <ac:picMk id="2" creationId="{78C29C9C-8A24-A02C-9AED-F2F96388AB70}"/>
          </ac:picMkLst>
        </pc:picChg>
        <pc:picChg chg="add mod">
          <ac:chgData name="Charlotte Ruby Patterson" userId="5e4f2a4d-4d7e-4526-8ff8-c9f44bf0b6b7" providerId="ADAL" clId="{D5B1CE20-3385-4643-AD35-597D449AFC05}" dt="2025-06-12T01:43:59.597" v="769" actId="1076"/>
          <ac:picMkLst>
            <pc:docMk/>
            <pc:sldMk cId="3991568512" sldId="318"/>
            <ac:picMk id="11" creationId="{A8F8EF2C-1A99-19E7-0001-1E902A77A59A}"/>
          </ac:picMkLst>
        </pc:picChg>
      </pc:sldChg>
      <pc:sldChg chg="modSp add del mod">
        <pc:chgData name="Charlotte Ruby Patterson" userId="5e4f2a4d-4d7e-4526-8ff8-c9f44bf0b6b7" providerId="ADAL" clId="{D5B1CE20-3385-4643-AD35-597D449AFC05}" dt="2025-06-12T01:58:27.701" v="1735" actId="47"/>
        <pc:sldMkLst>
          <pc:docMk/>
          <pc:sldMk cId="1855135691" sldId="319"/>
        </pc:sldMkLst>
      </pc:sldChg>
      <pc:sldChg chg="addSp delSp modSp add mod ord modAnim">
        <pc:chgData name="Charlotte Ruby Patterson" userId="5e4f2a4d-4d7e-4526-8ff8-c9f44bf0b6b7" providerId="ADAL" clId="{D5B1CE20-3385-4643-AD35-597D449AFC05}" dt="2025-06-12T02:01:21.247" v="1892" actId="1076"/>
        <pc:sldMkLst>
          <pc:docMk/>
          <pc:sldMk cId="699621759" sldId="320"/>
        </pc:sldMkLst>
        <pc:spChg chg="add mod">
          <ac:chgData name="Charlotte Ruby Patterson" userId="5e4f2a4d-4d7e-4526-8ff8-c9f44bf0b6b7" providerId="ADAL" clId="{D5B1CE20-3385-4643-AD35-597D449AFC05}" dt="2025-06-12T02:00:50.464" v="1885" actId="1076"/>
          <ac:spMkLst>
            <pc:docMk/>
            <pc:sldMk cId="699621759" sldId="320"/>
            <ac:spMk id="3" creationId="{4B96D3D3-793D-35D6-FB91-2130F64D4A36}"/>
          </ac:spMkLst>
        </pc:spChg>
        <pc:spChg chg="mod">
          <ac:chgData name="Charlotte Ruby Patterson" userId="5e4f2a4d-4d7e-4526-8ff8-c9f44bf0b6b7" providerId="ADAL" clId="{D5B1CE20-3385-4643-AD35-597D449AFC05}" dt="2025-06-12T01:26:33.900" v="281" actId="404"/>
          <ac:spMkLst>
            <pc:docMk/>
            <pc:sldMk cId="699621759" sldId="320"/>
            <ac:spMk id="7" creationId="{D674ED5A-CE36-0245-EF3A-3E952BFF44AE}"/>
          </ac:spMkLst>
        </pc:spChg>
        <pc:spChg chg="del mod">
          <ac:chgData name="Charlotte Ruby Patterson" userId="5e4f2a4d-4d7e-4526-8ff8-c9f44bf0b6b7" providerId="ADAL" clId="{D5B1CE20-3385-4643-AD35-597D449AFC05}" dt="2025-06-12T01:39:17.101" v="719" actId="478"/>
          <ac:spMkLst>
            <pc:docMk/>
            <pc:sldMk cId="699621759" sldId="320"/>
            <ac:spMk id="8" creationId="{04A4ADBE-C988-2E20-DB9C-55ACD9D31649}"/>
          </ac:spMkLst>
        </pc:spChg>
        <pc:spChg chg="add del mod">
          <ac:chgData name="Charlotte Ruby Patterson" userId="5e4f2a4d-4d7e-4526-8ff8-c9f44bf0b6b7" providerId="ADAL" clId="{D5B1CE20-3385-4643-AD35-597D449AFC05}" dt="2025-06-12T01:39:30.388" v="721" actId="478"/>
          <ac:spMkLst>
            <pc:docMk/>
            <pc:sldMk cId="699621759" sldId="320"/>
            <ac:spMk id="10" creationId="{D4BC6109-225B-8FA3-283C-671380031CBA}"/>
          </ac:spMkLst>
        </pc:spChg>
        <pc:spChg chg="add mod">
          <ac:chgData name="Charlotte Ruby Patterson" userId="5e4f2a4d-4d7e-4526-8ff8-c9f44bf0b6b7" providerId="ADAL" clId="{D5B1CE20-3385-4643-AD35-597D449AFC05}" dt="2025-06-12T02:01:05.843" v="1887" actId="1076"/>
          <ac:spMkLst>
            <pc:docMk/>
            <pc:sldMk cId="699621759" sldId="320"/>
            <ac:spMk id="14" creationId="{DE8F8DB8-844C-BBEE-C201-EA5D1285CDF5}"/>
          </ac:spMkLst>
        </pc:spChg>
        <pc:spChg chg="add mod">
          <ac:chgData name="Charlotte Ruby Patterson" userId="5e4f2a4d-4d7e-4526-8ff8-c9f44bf0b6b7" providerId="ADAL" clId="{D5B1CE20-3385-4643-AD35-597D449AFC05}" dt="2025-06-12T02:01:05.843" v="1887" actId="1076"/>
          <ac:spMkLst>
            <pc:docMk/>
            <pc:sldMk cId="699621759" sldId="320"/>
            <ac:spMk id="15" creationId="{F62DF1D7-CA36-6E9E-B800-C85CF81D398B}"/>
          </ac:spMkLst>
        </pc:spChg>
        <pc:spChg chg="add mod">
          <ac:chgData name="Charlotte Ruby Patterson" userId="5e4f2a4d-4d7e-4526-8ff8-c9f44bf0b6b7" providerId="ADAL" clId="{D5B1CE20-3385-4643-AD35-597D449AFC05}" dt="2025-06-12T02:01:05.843" v="1887" actId="1076"/>
          <ac:spMkLst>
            <pc:docMk/>
            <pc:sldMk cId="699621759" sldId="320"/>
            <ac:spMk id="16" creationId="{2DDE48AA-421E-B60E-CFFB-6E40BBF64427}"/>
          </ac:spMkLst>
        </pc:spChg>
        <pc:spChg chg="add mod">
          <ac:chgData name="Charlotte Ruby Patterson" userId="5e4f2a4d-4d7e-4526-8ff8-c9f44bf0b6b7" providerId="ADAL" clId="{D5B1CE20-3385-4643-AD35-597D449AFC05}" dt="2025-06-12T02:01:21.247" v="1892" actId="1076"/>
          <ac:spMkLst>
            <pc:docMk/>
            <pc:sldMk cId="699621759" sldId="320"/>
            <ac:spMk id="18" creationId="{50AE1DBE-D5A5-3A8F-FCBB-5B52F2DEDC3C}"/>
          </ac:spMkLst>
        </pc:spChg>
        <pc:graphicFrameChg chg="add mod">
          <ac:chgData name="Charlotte Ruby Patterson" userId="5e4f2a4d-4d7e-4526-8ff8-c9f44bf0b6b7" providerId="ADAL" clId="{D5B1CE20-3385-4643-AD35-597D449AFC05}" dt="2025-06-12T02:00:50.464" v="1885" actId="1076"/>
          <ac:graphicFrameMkLst>
            <pc:docMk/>
            <pc:sldMk cId="699621759" sldId="320"/>
            <ac:graphicFrameMk id="2" creationId="{7B12E39C-BF3B-C4E1-3B9E-5DE6503BC93D}"/>
          </ac:graphicFrameMkLst>
        </pc:graphicFrameChg>
        <pc:picChg chg="add mod">
          <ac:chgData name="Charlotte Ruby Patterson" userId="5e4f2a4d-4d7e-4526-8ff8-c9f44bf0b6b7" providerId="ADAL" clId="{D5B1CE20-3385-4643-AD35-597D449AFC05}" dt="2025-06-12T02:01:05.843" v="1887" actId="1076"/>
          <ac:picMkLst>
            <pc:docMk/>
            <pc:sldMk cId="699621759" sldId="320"/>
            <ac:picMk id="11" creationId="{2D5C6B97-9380-E893-34C4-EF4440EFE550}"/>
          </ac:picMkLst>
        </pc:picChg>
        <pc:picChg chg="add mod">
          <ac:chgData name="Charlotte Ruby Patterson" userId="5e4f2a4d-4d7e-4526-8ff8-c9f44bf0b6b7" providerId="ADAL" clId="{D5B1CE20-3385-4643-AD35-597D449AFC05}" dt="2025-06-12T02:01:05.843" v="1887" actId="1076"/>
          <ac:picMkLst>
            <pc:docMk/>
            <pc:sldMk cId="699621759" sldId="320"/>
            <ac:picMk id="12" creationId="{1DA89AD9-97DF-3661-E26B-2B719B92C58E}"/>
          </ac:picMkLst>
        </pc:picChg>
        <pc:picChg chg="add mod">
          <ac:chgData name="Charlotte Ruby Patterson" userId="5e4f2a4d-4d7e-4526-8ff8-c9f44bf0b6b7" providerId="ADAL" clId="{D5B1CE20-3385-4643-AD35-597D449AFC05}" dt="2025-06-12T02:01:05.843" v="1887" actId="1076"/>
          <ac:picMkLst>
            <pc:docMk/>
            <pc:sldMk cId="699621759" sldId="320"/>
            <ac:picMk id="13" creationId="{D2E95CAF-E859-2A8E-E2DD-2555DAD8115B}"/>
          </ac:picMkLst>
        </pc:picChg>
      </pc:sldChg>
      <pc:sldChg chg="add del">
        <pc:chgData name="Charlotte Ruby Patterson" userId="5e4f2a4d-4d7e-4526-8ff8-c9f44bf0b6b7" providerId="ADAL" clId="{D5B1CE20-3385-4643-AD35-597D449AFC05}" dt="2025-06-12T01:42:18.535" v="733" actId="47"/>
        <pc:sldMkLst>
          <pc:docMk/>
          <pc:sldMk cId="3180163010" sldId="321"/>
        </pc:sldMkLst>
      </pc:sldChg>
      <pc:sldChg chg="add del">
        <pc:chgData name="Charlotte Ruby Patterson" userId="5e4f2a4d-4d7e-4526-8ff8-c9f44bf0b6b7" providerId="ADAL" clId="{D5B1CE20-3385-4643-AD35-597D449AFC05}" dt="2025-06-12T01:54:54.231" v="1425" actId="47"/>
        <pc:sldMkLst>
          <pc:docMk/>
          <pc:sldMk cId="3488169697" sldId="321"/>
        </pc:sldMkLst>
      </pc:sldChg>
      <pc:sldChg chg="addSp delSp modSp add mod delAnim modAnim modNotesTx">
        <pc:chgData name="Charlotte Ruby Patterson" userId="5e4f2a4d-4d7e-4526-8ff8-c9f44bf0b6b7" providerId="ADAL" clId="{D5B1CE20-3385-4643-AD35-597D449AFC05}" dt="2025-06-12T01:54:48.720" v="1424" actId="1076"/>
        <pc:sldMkLst>
          <pc:docMk/>
          <pc:sldMk cId="2296695560" sldId="322"/>
        </pc:sldMkLst>
        <pc:spChg chg="del">
          <ac:chgData name="Charlotte Ruby Patterson" userId="5e4f2a4d-4d7e-4526-8ff8-c9f44bf0b6b7" providerId="ADAL" clId="{D5B1CE20-3385-4643-AD35-597D449AFC05}" dt="2025-06-12T01:52:32.254" v="1364" actId="478"/>
          <ac:spMkLst>
            <pc:docMk/>
            <pc:sldMk cId="2296695560" sldId="322"/>
            <ac:spMk id="14" creationId="{C05A02F4-6649-1542-4EA7-E9CD5627EEDF}"/>
          </ac:spMkLst>
        </pc:spChg>
        <pc:spChg chg="add del mod">
          <ac:chgData name="Charlotte Ruby Patterson" userId="5e4f2a4d-4d7e-4526-8ff8-c9f44bf0b6b7" providerId="ADAL" clId="{D5B1CE20-3385-4643-AD35-597D449AFC05}" dt="2025-06-12T01:52:14.151" v="1301" actId="478"/>
          <ac:spMkLst>
            <pc:docMk/>
            <pc:sldMk cId="2296695560" sldId="322"/>
            <ac:spMk id="15" creationId="{E26378BB-641D-4FD1-4CD1-01AF9C071778}"/>
          </ac:spMkLst>
        </pc:spChg>
        <pc:spChg chg="del">
          <ac:chgData name="Charlotte Ruby Patterson" userId="5e4f2a4d-4d7e-4526-8ff8-c9f44bf0b6b7" providerId="ADAL" clId="{D5B1CE20-3385-4643-AD35-597D449AFC05}" dt="2025-06-12T01:51:26.265" v="1294" actId="478"/>
          <ac:spMkLst>
            <pc:docMk/>
            <pc:sldMk cId="2296695560" sldId="322"/>
            <ac:spMk id="18" creationId="{B0D81DC8-0487-D6E9-913F-BA3C17191C17}"/>
          </ac:spMkLst>
        </pc:spChg>
        <pc:spChg chg="del">
          <ac:chgData name="Charlotte Ruby Patterson" userId="5e4f2a4d-4d7e-4526-8ff8-c9f44bf0b6b7" providerId="ADAL" clId="{D5B1CE20-3385-4643-AD35-597D449AFC05}" dt="2025-06-12T01:52:15.429" v="1303" actId="478"/>
          <ac:spMkLst>
            <pc:docMk/>
            <pc:sldMk cId="2296695560" sldId="322"/>
            <ac:spMk id="19" creationId="{1B80FCD9-2B04-A19A-53D9-A7B07ACA4128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24" creationId="{3AA5AC58-2781-E8A2-B1E4-B7589D1C23F7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25" creationId="{E53526FD-EA05-1585-734D-0F8BB3A48BEB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28" creationId="{05DA30DD-6099-CE89-D900-3CF621E5EE4F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29" creationId="{EDB5693A-DE48-C220-2697-353011E0DF5E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30" creationId="{4BB04634-A72C-6A59-74C0-7ED4DF7DE5CB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33" creationId="{FD9E5F73-8730-9505-5910-864130BB36D8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34" creationId="{B555571B-5FAD-F05C-B385-BABD32CC99E1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35" creationId="{2A66917E-2498-4C33-0FF3-9670E0B711C7}"/>
          </ac:spMkLst>
        </pc:spChg>
        <pc:spChg chg="mod">
          <ac:chgData name="Charlotte Ruby Patterson" userId="5e4f2a4d-4d7e-4526-8ff8-c9f44bf0b6b7" providerId="ADAL" clId="{D5B1CE20-3385-4643-AD35-597D449AFC05}" dt="2025-06-12T01:51:56.785" v="1296"/>
          <ac:spMkLst>
            <pc:docMk/>
            <pc:sldMk cId="2296695560" sldId="322"/>
            <ac:spMk id="39" creationId="{4BE0589B-7FC1-5AF3-A3A6-176DD923D3E1}"/>
          </ac:spMkLst>
        </pc:spChg>
        <pc:spChg chg="mod">
          <ac:chgData name="Charlotte Ruby Patterson" userId="5e4f2a4d-4d7e-4526-8ff8-c9f44bf0b6b7" providerId="ADAL" clId="{D5B1CE20-3385-4643-AD35-597D449AFC05}" dt="2025-06-12T01:52:27.718" v="1363" actId="1035"/>
          <ac:spMkLst>
            <pc:docMk/>
            <pc:sldMk cId="2296695560" sldId="322"/>
            <ac:spMk id="41" creationId="{4FE901A7-814A-54D3-B446-5A2CCACEE21F}"/>
          </ac:spMkLst>
        </pc:spChg>
        <pc:spChg chg="mod">
          <ac:chgData name="Charlotte Ruby Patterson" userId="5e4f2a4d-4d7e-4526-8ff8-c9f44bf0b6b7" providerId="ADAL" clId="{D5B1CE20-3385-4643-AD35-597D449AFC05}" dt="2025-06-12T01:53:27.226" v="1411" actId="1076"/>
          <ac:spMkLst>
            <pc:docMk/>
            <pc:sldMk cId="2296695560" sldId="322"/>
            <ac:spMk id="42" creationId="{B648D354-CA3D-5C52-526F-1E7CCB1BD6FC}"/>
          </ac:spMkLst>
        </pc:spChg>
        <pc:spChg chg="del mod">
          <ac:chgData name="Charlotte Ruby Patterson" userId="5e4f2a4d-4d7e-4526-8ff8-c9f44bf0b6b7" providerId="ADAL" clId="{D5B1CE20-3385-4643-AD35-597D449AFC05}" dt="2025-06-12T01:52:58.824" v="1408" actId="478"/>
          <ac:spMkLst>
            <pc:docMk/>
            <pc:sldMk cId="2296695560" sldId="322"/>
            <ac:spMk id="43" creationId="{4CA16FD2-687A-8166-D400-C0334CDD7837}"/>
          </ac:spMkLst>
        </pc:spChg>
        <pc:spChg chg="add del mod">
          <ac:chgData name="Charlotte Ruby Patterson" userId="5e4f2a4d-4d7e-4526-8ff8-c9f44bf0b6b7" providerId="ADAL" clId="{D5B1CE20-3385-4643-AD35-597D449AFC05}" dt="2025-06-12T01:54:19.655" v="1417" actId="478"/>
          <ac:spMkLst>
            <pc:docMk/>
            <pc:sldMk cId="2296695560" sldId="322"/>
            <ac:spMk id="49" creationId="{CBDFB2AF-3622-3598-2E3E-D05928784DF2}"/>
          </ac:spMkLst>
        </pc:spChg>
        <pc:grpChg chg="mod">
          <ac:chgData name="Charlotte Ruby Patterson" userId="5e4f2a4d-4d7e-4526-8ff8-c9f44bf0b6b7" providerId="ADAL" clId="{D5B1CE20-3385-4643-AD35-597D449AFC05}" dt="2025-06-12T01:52:27.718" v="1363" actId="1035"/>
          <ac:grpSpMkLst>
            <pc:docMk/>
            <pc:sldMk cId="2296695560" sldId="322"/>
            <ac:grpSpMk id="21" creationId="{C96BE1A1-EBED-F06A-D544-C3DCD6EA61EC}"/>
          </ac:grpSpMkLst>
        </pc:grpChg>
        <pc:picChg chg="mod modCrop">
          <ac:chgData name="Charlotte Ruby Patterson" userId="5e4f2a4d-4d7e-4526-8ff8-c9f44bf0b6b7" providerId="ADAL" clId="{D5B1CE20-3385-4643-AD35-597D449AFC05}" dt="2025-06-12T01:53:40.010" v="1413" actId="732"/>
          <ac:picMkLst>
            <pc:docMk/>
            <pc:sldMk cId="2296695560" sldId="322"/>
            <ac:picMk id="7" creationId="{0DCD0938-F96B-4F5B-C582-DD70BE33104C}"/>
          </ac:picMkLst>
        </pc:picChg>
        <pc:picChg chg="del mod">
          <ac:chgData name="Charlotte Ruby Patterson" userId="5e4f2a4d-4d7e-4526-8ff8-c9f44bf0b6b7" providerId="ADAL" clId="{D5B1CE20-3385-4643-AD35-597D449AFC05}" dt="2025-06-12T01:52:35.766" v="1366" actId="478"/>
          <ac:picMkLst>
            <pc:docMk/>
            <pc:sldMk cId="2296695560" sldId="322"/>
            <ac:picMk id="9" creationId="{A234D66E-46B7-A934-9C96-1271310EB2C5}"/>
          </ac:picMkLst>
        </pc:picChg>
        <pc:picChg chg="mod modCrop">
          <ac:chgData name="Charlotte Ruby Patterson" userId="5e4f2a4d-4d7e-4526-8ff8-c9f44bf0b6b7" providerId="ADAL" clId="{D5B1CE20-3385-4643-AD35-597D449AFC05}" dt="2025-06-12T01:53:33.386" v="1412" actId="732"/>
          <ac:picMkLst>
            <pc:docMk/>
            <pc:sldMk cId="2296695560" sldId="322"/>
            <ac:picMk id="10" creationId="{4BF171FE-18A0-3C35-DDA2-3903B17A8624}"/>
          </ac:picMkLst>
        </pc:picChg>
        <pc:picChg chg="del">
          <ac:chgData name="Charlotte Ruby Patterson" userId="5e4f2a4d-4d7e-4526-8ff8-c9f44bf0b6b7" providerId="ADAL" clId="{D5B1CE20-3385-4643-AD35-597D449AFC05}" dt="2025-06-12T01:51:27.001" v="1295" actId="478"/>
          <ac:picMkLst>
            <pc:docMk/>
            <pc:sldMk cId="2296695560" sldId="322"/>
            <ac:picMk id="11" creationId="{74032312-E5C5-98F5-B8FF-AD9DD5D106C9}"/>
          </ac:picMkLst>
        </pc:picChg>
        <pc:picChg chg="del">
          <ac:chgData name="Charlotte Ruby Patterson" userId="5e4f2a4d-4d7e-4526-8ff8-c9f44bf0b6b7" providerId="ADAL" clId="{D5B1CE20-3385-4643-AD35-597D449AFC05}" dt="2025-06-12T01:52:14.585" v="1302" actId="478"/>
          <ac:picMkLst>
            <pc:docMk/>
            <pc:sldMk cId="2296695560" sldId="322"/>
            <ac:picMk id="12" creationId="{1731FD46-7903-9B0F-BEAF-C27ECFB165BD}"/>
          </ac:picMkLst>
        </pc:picChg>
        <pc:picChg chg="del">
          <ac:chgData name="Charlotte Ruby Patterson" userId="5e4f2a4d-4d7e-4526-8ff8-c9f44bf0b6b7" providerId="ADAL" clId="{D5B1CE20-3385-4643-AD35-597D449AFC05}" dt="2025-06-12T01:52:12.361" v="1300" actId="478"/>
          <ac:picMkLst>
            <pc:docMk/>
            <pc:sldMk cId="2296695560" sldId="322"/>
            <ac:picMk id="13" creationId="{82640E8F-2496-45A4-8EFA-A1FA644033EC}"/>
          </ac:picMkLst>
        </pc:picChg>
        <pc:picChg chg="del">
          <ac:chgData name="Charlotte Ruby Patterson" userId="5e4f2a4d-4d7e-4526-8ff8-c9f44bf0b6b7" providerId="ADAL" clId="{D5B1CE20-3385-4643-AD35-597D449AFC05}" dt="2025-06-12T01:51:24.582" v="1293" actId="478"/>
          <ac:picMkLst>
            <pc:docMk/>
            <pc:sldMk cId="2296695560" sldId="322"/>
            <ac:picMk id="16" creationId="{CEC8CCAD-CCCB-2472-C936-F4B40BF0B622}"/>
          </ac:picMkLst>
        </pc:picChg>
        <pc:picChg chg="del">
          <ac:chgData name="Charlotte Ruby Patterson" userId="5e4f2a4d-4d7e-4526-8ff8-c9f44bf0b6b7" providerId="ADAL" clId="{D5B1CE20-3385-4643-AD35-597D449AFC05}" dt="2025-06-12T01:52:16.328" v="1304" actId="478"/>
          <ac:picMkLst>
            <pc:docMk/>
            <pc:sldMk cId="2296695560" sldId="322"/>
            <ac:picMk id="17" creationId="{27A4360C-3D85-D809-9208-6C873B0E4E77}"/>
          </ac:picMkLst>
        </pc:picChg>
        <pc:picChg chg="del">
          <ac:chgData name="Charlotte Ruby Patterson" userId="5e4f2a4d-4d7e-4526-8ff8-c9f44bf0b6b7" providerId="ADAL" clId="{D5B1CE20-3385-4643-AD35-597D449AFC05}" dt="2025-06-12T01:51:24.040" v="1292" actId="478"/>
          <ac:picMkLst>
            <pc:docMk/>
            <pc:sldMk cId="2296695560" sldId="322"/>
            <ac:picMk id="20" creationId="{D84CAEE1-002E-B6C7-BFEE-40A89E8120B2}"/>
          </ac:picMkLst>
        </pc:picChg>
        <pc:picChg chg="mod">
          <ac:chgData name="Charlotte Ruby Patterson" userId="5e4f2a4d-4d7e-4526-8ff8-c9f44bf0b6b7" providerId="ADAL" clId="{D5B1CE20-3385-4643-AD35-597D449AFC05}" dt="2025-06-12T01:53:00.894" v="1409" actId="1076"/>
          <ac:picMkLst>
            <pc:docMk/>
            <pc:sldMk cId="2296695560" sldId="322"/>
            <ac:picMk id="44" creationId="{00C20EBC-01BD-B39F-A0AF-74620AD96DE2}"/>
          </ac:picMkLst>
        </pc:picChg>
        <pc:picChg chg="del">
          <ac:chgData name="Charlotte Ruby Patterson" userId="5e4f2a4d-4d7e-4526-8ff8-c9f44bf0b6b7" providerId="ADAL" clId="{D5B1CE20-3385-4643-AD35-597D449AFC05}" dt="2025-06-12T01:52:07.565" v="1297" actId="478"/>
          <ac:picMkLst>
            <pc:docMk/>
            <pc:sldMk cId="2296695560" sldId="322"/>
            <ac:picMk id="45" creationId="{39C5C1FB-DAAC-3423-F81C-8F653C9B9506}"/>
          </ac:picMkLst>
        </pc:picChg>
        <pc:picChg chg="mod">
          <ac:chgData name="Charlotte Ruby Patterson" userId="5e4f2a4d-4d7e-4526-8ff8-c9f44bf0b6b7" providerId="ADAL" clId="{D5B1CE20-3385-4643-AD35-597D449AFC05}" dt="2025-06-12T01:52:27.718" v="1363" actId="1035"/>
          <ac:picMkLst>
            <pc:docMk/>
            <pc:sldMk cId="2296695560" sldId="322"/>
            <ac:picMk id="46" creationId="{B3A4DEDD-31C0-561C-4C0B-B3E6512F1BE0}"/>
          </ac:picMkLst>
        </pc:picChg>
        <pc:picChg chg="add mod">
          <ac:chgData name="Charlotte Ruby Patterson" userId="5e4f2a4d-4d7e-4526-8ff8-c9f44bf0b6b7" providerId="ADAL" clId="{D5B1CE20-3385-4643-AD35-597D449AFC05}" dt="2025-06-12T01:52:41.931" v="1368"/>
          <ac:picMkLst>
            <pc:docMk/>
            <pc:sldMk cId="2296695560" sldId="322"/>
            <ac:picMk id="47" creationId="{FC9B030D-57F7-64E2-5FFA-59F8C4F3A4CF}"/>
          </ac:picMkLst>
        </pc:picChg>
        <pc:picChg chg="add del mod">
          <ac:chgData name="Charlotte Ruby Patterson" userId="5e4f2a4d-4d7e-4526-8ff8-c9f44bf0b6b7" providerId="ADAL" clId="{D5B1CE20-3385-4643-AD35-597D449AFC05}" dt="2025-06-12T01:54:19.655" v="1417" actId="478"/>
          <ac:picMkLst>
            <pc:docMk/>
            <pc:sldMk cId="2296695560" sldId="322"/>
            <ac:picMk id="48" creationId="{4C80C668-403D-F96F-B399-94F8626745F1}"/>
          </ac:picMkLst>
        </pc:picChg>
        <pc:picChg chg="add mod">
          <ac:chgData name="Charlotte Ruby Patterson" userId="5e4f2a4d-4d7e-4526-8ff8-c9f44bf0b6b7" providerId="ADAL" clId="{D5B1CE20-3385-4643-AD35-597D449AFC05}" dt="2025-06-12T01:54:48.720" v="1424" actId="1076"/>
          <ac:picMkLst>
            <pc:docMk/>
            <pc:sldMk cId="2296695560" sldId="322"/>
            <ac:picMk id="50" creationId="{F6818D28-507E-95D9-99EC-790CC37BEC3C}"/>
          </ac:picMkLst>
        </pc:picChg>
        <pc:cxnChg chg="mod">
          <ac:chgData name="Charlotte Ruby Patterson" userId="5e4f2a4d-4d7e-4526-8ff8-c9f44bf0b6b7" providerId="ADAL" clId="{D5B1CE20-3385-4643-AD35-597D449AFC05}" dt="2025-06-12T01:52:27.718" v="1363" actId="1035"/>
          <ac:cxnSpMkLst>
            <pc:docMk/>
            <pc:sldMk cId="2296695560" sldId="322"/>
            <ac:cxnSpMk id="40" creationId="{D71C99DF-614B-2472-ED8F-969C071F41C5}"/>
          </ac:cxnSpMkLst>
        </pc:cxnChg>
      </pc:sldChg>
      <pc:sldChg chg="addSp delSp modSp add mod">
        <pc:chgData name="Charlotte Ruby Patterson" userId="5e4f2a4d-4d7e-4526-8ff8-c9f44bf0b6b7" providerId="ADAL" clId="{D5B1CE20-3385-4643-AD35-597D449AFC05}" dt="2025-06-12T02:10:29.856" v="2131" actId="1440"/>
        <pc:sldMkLst>
          <pc:docMk/>
          <pc:sldMk cId="1121827137" sldId="323"/>
        </pc:sldMkLst>
        <pc:spChg chg="mod">
          <ac:chgData name="Charlotte Ruby Patterson" userId="5e4f2a4d-4d7e-4526-8ff8-c9f44bf0b6b7" providerId="ADAL" clId="{D5B1CE20-3385-4643-AD35-597D449AFC05}" dt="2025-06-12T02:10:02.167" v="2122" actId="20577"/>
          <ac:spMkLst>
            <pc:docMk/>
            <pc:sldMk cId="1121827137" sldId="323"/>
            <ac:spMk id="2" creationId="{F0E26B96-54DD-5F2D-6EC7-441083BFDB58}"/>
          </ac:spMkLst>
        </pc:spChg>
        <pc:spChg chg="del">
          <ac:chgData name="Charlotte Ruby Patterson" userId="5e4f2a4d-4d7e-4526-8ff8-c9f44bf0b6b7" providerId="ADAL" clId="{D5B1CE20-3385-4643-AD35-597D449AFC05}" dt="2025-06-12T02:10:06.188" v="2123" actId="478"/>
          <ac:spMkLst>
            <pc:docMk/>
            <pc:sldMk cId="1121827137" sldId="323"/>
            <ac:spMk id="10" creationId="{53F4AB4F-EAE4-24A5-282F-542B594372F7}"/>
          </ac:spMkLst>
        </pc:spChg>
        <pc:spChg chg="add del mod">
          <ac:chgData name="Charlotte Ruby Patterson" userId="5e4f2a4d-4d7e-4526-8ff8-c9f44bf0b6b7" providerId="ADAL" clId="{D5B1CE20-3385-4643-AD35-597D449AFC05}" dt="2025-06-12T02:10:11.686" v="2124" actId="478"/>
          <ac:spMkLst>
            <pc:docMk/>
            <pc:sldMk cId="1121827137" sldId="323"/>
            <ac:spMk id="11" creationId="{D0FEBD9E-650D-A69F-C587-4575BB6EE1B5}"/>
          </ac:spMkLst>
        </pc:spChg>
        <pc:picChg chg="del mod">
          <ac:chgData name="Charlotte Ruby Patterson" userId="5e4f2a4d-4d7e-4526-8ff8-c9f44bf0b6b7" providerId="ADAL" clId="{D5B1CE20-3385-4643-AD35-597D449AFC05}" dt="2025-06-12T02:10:13.799" v="2126" actId="478"/>
          <ac:picMkLst>
            <pc:docMk/>
            <pc:sldMk cId="1121827137" sldId="323"/>
            <ac:picMk id="9" creationId="{6AB0B049-60C5-0949-71C1-0BACE8570D0A}"/>
          </ac:picMkLst>
        </pc:picChg>
        <pc:picChg chg="add mod">
          <ac:chgData name="Charlotte Ruby Patterson" userId="5e4f2a4d-4d7e-4526-8ff8-c9f44bf0b6b7" providerId="ADAL" clId="{D5B1CE20-3385-4643-AD35-597D449AFC05}" dt="2025-06-12T02:10:29.856" v="2131" actId="1440"/>
          <ac:picMkLst>
            <pc:docMk/>
            <pc:sldMk cId="1121827137" sldId="323"/>
            <ac:picMk id="13" creationId="{7DB5BBD4-2134-1221-8CAC-A586C90B1515}"/>
          </ac:picMkLst>
        </pc:picChg>
      </pc:sldChg>
      <pc:sldChg chg="addSp delSp modSp add mod">
        <pc:chgData name="Charlotte Ruby Patterson" userId="5e4f2a4d-4d7e-4526-8ff8-c9f44bf0b6b7" providerId="ADAL" clId="{D5B1CE20-3385-4643-AD35-597D449AFC05}" dt="2025-06-12T02:12:55.790" v="2222" actId="1440"/>
        <pc:sldMkLst>
          <pc:docMk/>
          <pc:sldMk cId="3999457299" sldId="324"/>
        </pc:sldMkLst>
        <pc:spChg chg="mod">
          <ac:chgData name="Charlotte Ruby Patterson" userId="5e4f2a4d-4d7e-4526-8ff8-c9f44bf0b6b7" providerId="ADAL" clId="{D5B1CE20-3385-4643-AD35-597D449AFC05}" dt="2025-06-12T02:12:41.061" v="2217" actId="20577"/>
          <ac:spMkLst>
            <pc:docMk/>
            <pc:sldMk cId="3999457299" sldId="324"/>
            <ac:spMk id="2" creationId="{6CF70D7D-E71D-2283-71D7-637572FB5DC6}"/>
          </ac:spMkLst>
        </pc:spChg>
        <pc:picChg chg="add mod">
          <ac:chgData name="Charlotte Ruby Patterson" userId="5e4f2a4d-4d7e-4526-8ff8-c9f44bf0b6b7" providerId="ADAL" clId="{D5B1CE20-3385-4643-AD35-597D449AFC05}" dt="2025-06-12T02:12:55.790" v="2222" actId="1440"/>
          <ac:picMkLst>
            <pc:docMk/>
            <pc:sldMk cId="3999457299" sldId="324"/>
            <ac:picMk id="7" creationId="{F2B30690-9569-0486-8AF3-84764DC2C6D1}"/>
          </ac:picMkLst>
        </pc:picChg>
        <pc:picChg chg="del">
          <ac:chgData name="Charlotte Ruby Patterson" userId="5e4f2a4d-4d7e-4526-8ff8-c9f44bf0b6b7" providerId="ADAL" clId="{D5B1CE20-3385-4643-AD35-597D449AFC05}" dt="2025-06-12T02:12:43.238" v="2218" actId="478"/>
          <ac:picMkLst>
            <pc:docMk/>
            <pc:sldMk cId="3999457299" sldId="324"/>
            <ac:picMk id="15" creationId="{2CF85070-3E66-8A58-AAB0-B947F837B8C3}"/>
          </ac:picMkLst>
        </pc:picChg>
      </pc:sldChg>
      <pc:sldChg chg="addSp delSp modSp add mod">
        <pc:chgData name="Charlotte Ruby Patterson" userId="5e4f2a4d-4d7e-4526-8ff8-c9f44bf0b6b7" providerId="ADAL" clId="{D5B1CE20-3385-4643-AD35-597D449AFC05}" dt="2025-06-12T02:16:00.877" v="2461" actId="1440"/>
        <pc:sldMkLst>
          <pc:docMk/>
          <pc:sldMk cId="1074935285" sldId="325"/>
        </pc:sldMkLst>
        <pc:spChg chg="mod">
          <ac:chgData name="Charlotte Ruby Patterson" userId="5e4f2a4d-4d7e-4526-8ff8-c9f44bf0b6b7" providerId="ADAL" clId="{D5B1CE20-3385-4643-AD35-597D449AFC05}" dt="2025-06-12T02:15:41.267" v="2456" actId="20577"/>
          <ac:spMkLst>
            <pc:docMk/>
            <pc:sldMk cId="1074935285" sldId="325"/>
            <ac:spMk id="2" creationId="{6A259467-3966-189F-3285-095B2D6BD66F}"/>
          </ac:spMkLst>
        </pc:spChg>
        <pc:picChg chg="del">
          <ac:chgData name="Charlotte Ruby Patterson" userId="5e4f2a4d-4d7e-4526-8ff8-c9f44bf0b6b7" providerId="ADAL" clId="{D5B1CE20-3385-4643-AD35-597D449AFC05}" dt="2025-06-12T02:15:54.005" v="2457" actId="478"/>
          <ac:picMkLst>
            <pc:docMk/>
            <pc:sldMk cId="1074935285" sldId="325"/>
            <ac:picMk id="7" creationId="{B027A233-D7CC-BBAD-D8D6-CCABBAF182E3}"/>
          </ac:picMkLst>
        </pc:picChg>
        <pc:picChg chg="add mod">
          <ac:chgData name="Charlotte Ruby Patterson" userId="5e4f2a4d-4d7e-4526-8ff8-c9f44bf0b6b7" providerId="ADAL" clId="{D5B1CE20-3385-4643-AD35-597D449AFC05}" dt="2025-06-12T02:16:00.877" v="2461" actId="1440"/>
          <ac:picMkLst>
            <pc:docMk/>
            <pc:sldMk cId="1074935285" sldId="325"/>
            <ac:picMk id="8" creationId="{FEBE576E-C4E0-7685-B10D-8B2BD95B5079}"/>
          </ac:picMkLst>
        </pc:picChg>
      </pc:sldChg>
      <pc:sldChg chg="add ord">
        <pc:chgData name="Charlotte Ruby Patterson" userId="5e4f2a4d-4d7e-4526-8ff8-c9f44bf0b6b7" providerId="ADAL" clId="{D5B1CE20-3385-4643-AD35-597D449AFC05}" dt="2025-06-12T02:18:11.017" v="2535"/>
        <pc:sldMkLst>
          <pc:docMk/>
          <pc:sldMk cId="2043030835" sldId="326"/>
        </pc:sldMkLst>
      </pc:sldChg>
      <pc:sldChg chg="delSp modSp add mod">
        <pc:chgData name="Charlotte Ruby Patterson" userId="5e4f2a4d-4d7e-4526-8ff8-c9f44bf0b6b7" providerId="ADAL" clId="{D5B1CE20-3385-4643-AD35-597D449AFC05}" dt="2025-06-12T02:18:33.563" v="2555" actId="14100"/>
        <pc:sldMkLst>
          <pc:docMk/>
          <pc:sldMk cId="1050902120" sldId="327"/>
        </pc:sldMkLst>
        <pc:spChg chg="mod">
          <ac:chgData name="Charlotte Ruby Patterson" userId="5e4f2a4d-4d7e-4526-8ff8-c9f44bf0b6b7" providerId="ADAL" clId="{D5B1CE20-3385-4643-AD35-597D449AFC05}" dt="2025-06-12T02:18:33.563" v="2555" actId="14100"/>
          <ac:spMkLst>
            <pc:docMk/>
            <pc:sldMk cId="1050902120" sldId="327"/>
            <ac:spMk id="2" creationId="{D40F62FC-E6B8-B011-B3FB-2D9E6817649D}"/>
          </ac:spMkLst>
        </pc:spChg>
        <pc:spChg chg="del">
          <ac:chgData name="Charlotte Ruby Patterson" userId="5e4f2a4d-4d7e-4526-8ff8-c9f44bf0b6b7" providerId="ADAL" clId="{D5B1CE20-3385-4643-AD35-597D449AFC05}" dt="2025-06-12T02:18:29.298" v="2554" actId="478"/>
          <ac:spMkLst>
            <pc:docMk/>
            <pc:sldMk cId="1050902120" sldId="327"/>
            <ac:spMk id="15" creationId="{3E717754-B21A-ED9A-0A5C-3AAFE168261C}"/>
          </ac:spMkLst>
        </pc:spChg>
      </pc:sldChg>
    </pc:docChg>
  </pc:docChgLst>
  <pc:docChgLst>
    <pc:chgData name="Scott Forrest" userId="95fbf796-a2c8-4799-ab79-0e94d63402e7" providerId="ADAL" clId="{5CC7CD71-D9DB-40BF-B6AF-0002D494E9DD}"/>
    <pc:docChg chg="undo custSel addSld delSld modSld sldOrd modMainMaster">
      <pc:chgData name="Scott Forrest" userId="95fbf796-a2c8-4799-ab79-0e94d63402e7" providerId="ADAL" clId="{5CC7CD71-D9DB-40BF-B6AF-0002D494E9DD}" dt="2025-04-16T04:09:20.217" v="4233"/>
      <pc:docMkLst>
        <pc:docMk/>
      </pc:docMkLst>
      <pc:sldChg chg="addSp delSp modSp mod">
        <pc:chgData name="Scott Forrest" userId="95fbf796-a2c8-4799-ab79-0e94d63402e7" providerId="ADAL" clId="{5CC7CD71-D9DB-40BF-B6AF-0002D494E9DD}" dt="2025-04-15T03:29:36.029" v="2189"/>
        <pc:sldMkLst>
          <pc:docMk/>
          <pc:sldMk cId="3612432494" sldId="256"/>
        </pc:sldMkLst>
        <pc:spChg chg="mod">
          <ac:chgData name="Scott Forrest" userId="95fbf796-a2c8-4799-ab79-0e94d63402e7" providerId="ADAL" clId="{5CC7CD71-D9DB-40BF-B6AF-0002D494E9DD}" dt="2025-04-15T01:57:37.965" v="549" actId="1076"/>
          <ac:spMkLst>
            <pc:docMk/>
            <pc:sldMk cId="3612432494" sldId="256"/>
            <ac:spMk id="2" creationId="{D427427A-7DF1-2C46-CFA4-FF7F08F336AC}"/>
          </ac:spMkLst>
        </pc:spChg>
        <pc:spChg chg="add mod">
          <ac:chgData name="Scott Forrest" userId="95fbf796-a2c8-4799-ab79-0e94d63402e7" providerId="ADAL" clId="{5CC7CD71-D9DB-40BF-B6AF-0002D494E9DD}" dt="2025-04-15T01:57:45.925" v="550" actId="1076"/>
          <ac:spMkLst>
            <pc:docMk/>
            <pc:sldMk cId="3612432494" sldId="256"/>
            <ac:spMk id="10" creationId="{08EA88FE-3AC6-0632-0502-BC2E4AA67CFB}"/>
          </ac:spMkLst>
        </pc:spChg>
        <pc:spChg chg="add mod">
          <ac:chgData name="Scott Forrest" userId="95fbf796-a2c8-4799-ab79-0e94d63402e7" providerId="ADAL" clId="{5CC7CD71-D9DB-40BF-B6AF-0002D494E9DD}" dt="2025-04-15T01:57:45.925" v="550" actId="1076"/>
          <ac:spMkLst>
            <pc:docMk/>
            <pc:sldMk cId="3612432494" sldId="256"/>
            <ac:spMk id="11" creationId="{DBF01E0B-9B22-5AC8-C115-AEDF03BFCC7B}"/>
          </ac:spMkLst>
        </pc:spChg>
        <pc:spChg chg="add mod">
          <ac:chgData name="Scott Forrest" userId="95fbf796-a2c8-4799-ab79-0e94d63402e7" providerId="ADAL" clId="{5CC7CD71-D9DB-40BF-B6AF-0002D494E9DD}" dt="2025-04-15T01:57:45.925" v="550" actId="1076"/>
          <ac:spMkLst>
            <pc:docMk/>
            <pc:sldMk cId="3612432494" sldId="256"/>
            <ac:spMk id="12" creationId="{63118906-FA1F-265B-AE6F-CE4F0311FCFA}"/>
          </ac:spMkLst>
        </pc:spChg>
        <pc:spChg chg="add mod">
          <ac:chgData name="Scott Forrest" userId="95fbf796-a2c8-4799-ab79-0e94d63402e7" providerId="ADAL" clId="{5CC7CD71-D9DB-40BF-B6AF-0002D494E9DD}" dt="2025-04-15T02:56:41.726" v="669" actId="1076"/>
          <ac:spMkLst>
            <pc:docMk/>
            <pc:sldMk cId="3612432494" sldId="256"/>
            <ac:spMk id="15" creationId="{0437F3CE-FB76-596E-54AF-E760ECCDE497}"/>
          </ac:spMkLst>
        </pc:spChg>
        <pc:picChg chg="add mod">
          <ac:chgData name="Scott Forrest" userId="95fbf796-a2c8-4799-ab79-0e94d63402e7" providerId="ADAL" clId="{5CC7CD71-D9DB-40BF-B6AF-0002D494E9DD}" dt="2025-04-15T01:57:45.925" v="550" actId="1076"/>
          <ac:picMkLst>
            <pc:docMk/>
            <pc:sldMk cId="3612432494" sldId="256"/>
            <ac:picMk id="7" creationId="{7A62E827-A2BA-31B1-023D-B7A1BAB03F60}"/>
          </ac:picMkLst>
        </pc:picChg>
        <pc:picChg chg="add mod">
          <ac:chgData name="Scott Forrest" userId="95fbf796-a2c8-4799-ab79-0e94d63402e7" providerId="ADAL" clId="{5CC7CD71-D9DB-40BF-B6AF-0002D494E9DD}" dt="2025-04-15T01:57:45.925" v="550" actId="1076"/>
          <ac:picMkLst>
            <pc:docMk/>
            <pc:sldMk cId="3612432494" sldId="256"/>
            <ac:picMk id="1029" creationId="{B5F1D5EA-0EC0-C60A-D56A-C11FE90530D5}"/>
          </ac:picMkLst>
        </pc:picChg>
        <pc:picChg chg="add mod">
          <ac:chgData name="Scott Forrest" userId="95fbf796-a2c8-4799-ab79-0e94d63402e7" providerId="ADAL" clId="{5CC7CD71-D9DB-40BF-B6AF-0002D494E9DD}" dt="2025-04-15T01:57:45.925" v="550" actId="1076"/>
          <ac:picMkLst>
            <pc:docMk/>
            <pc:sldMk cId="3612432494" sldId="256"/>
            <ac:picMk id="1033" creationId="{68D6F366-5DB5-9281-4791-8BFED037351A}"/>
          </ac:picMkLst>
        </pc:picChg>
        <pc:picChg chg="add mod">
          <ac:chgData name="Scott Forrest" userId="95fbf796-a2c8-4799-ab79-0e94d63402e7" providerId="ADAL" clId="{5CC7CD71-D9DB-40BF-B6AF-0002D494E9DD}" dt="2025-04-15T01:47:51.996" v="95" actId="1076"/>
          <ac:picMkLst>
            <pc:docMk/>
            <pc:sldMk cId="3612432494" sldId="256"/>
            <ac:picMk id="1037" creationId="{F2E17BE7-8AB9-98C1-27AD-FB4D4303331A}"/>
          </ac:picMkLst>
        </pc:picChg>
      </pc:sldChg>
      <pc:sldChg chg="modSp mod">
        <pc:chgData name="Scott Forrest" userId="95fbf796-a2c8-4799-ab79-0e94d63402e7" providerId="ADAL" clId="{5CC7CD71-D9DB-40BF-B6AF-0002D494E9DD}" dt="2025-04-16T03:58:12.125" v="4184" actId="20577"/>
        <pc:sldMkLst>
          <pc:docMk/>
          <pc:sldMk cId="280342551" sldId="257"/>
        </pc:sldMkLst>
      </pc:sldChg>
      <pc:sldChg chg="modSp mod">
        <pc:chgData name="Scott Forrest" userId="95fbf796-a2c8-4799-ab79-0e94d63402e7" providerId="ADAL" clId="{5CC7CD71-D9DB-40BF-B6AF-0002D494E9DD}" dt="2025-04-15T04:41:52.134" v="3098" actId="20577"/>
        <pc:sldMkLst>
          <pc:docMk/>
          <pc:sldMk cId="1117058006" sldId="257"/>
        </pc:sldMkLst>
      </pc:sldChg>
      <pc:sldChg chg="del">
        <pc:chgData name="Scott Forrest" userId="95fbf796-a2c8-4799-ab79-0e94d63402e7" providerId="ADAL" clId="{5CC7CD71-D9DB-40BF-B6AF-0002D494E9DD}" dt="2025-04-15T04:36:09.618" v="2956" actId="47"/>
        <pc:sldMkLst>
          <pc:docMk/>
          <pc:sldMk cId="4007922882" sldId="258"/>
        </pc:sldMkLst>
      </pc:sldChg>
      <pc:sldChg chg="modSp del mod">
        <pc:chgData name="Scott Forrest" userId="95fbf796-a2c8-4799-ab79-0e94d63402e7" providerId="ADAL" clId="{5CC7CD71-D9DB-40BF-B6AF-0002D494E9DD}" dt="2025-04-15T03:32:45.459" v="2425" actId="47"/>
        <pc:sldMkLst>
          <pc:docMk/>
          <pc:sldMk cId="2889341016" sldId="259"/>
        </pc:sldMkLst>
      </pc:sldChg>
      <pc:sldChg chg="modSp mod">
        <pc:chgData name="Scott Forrest" userId="95fbf796-a2c8-4799-ab79-0e94d63402e7" providerId="ADAL" clId="{5CC7CD71-D9DB-40BF-B6AF-0002D494E9DD}" dt="2025-04-15T03:13:29.652" v="1355" actId="404"/>
        <pc:sldMkLst>
          <pc:docMk/>
          <pc:sldMk cId="2641799269" sldId="260"/>
        </pc:sldMkLst>
        <pc:spChg chg="mod">
          <ac:chgData name="Scott Forrest" userId="95fbf796-a2c8-4799-ab79-0e94d63402e7" providerId="ADAL" clId="{5CC7CD71-D9DB-40BF-B6AF-0002D494E9DD}" dt="2025-04-15T03:13:29.652" v="1355" actId="404"/>
          <ac:spMkLst>
            <pc:docMk/>
            <pc:sldMk cId="2641799269" sldId="260"/>
            <ac:spMk id="3" creationId="{194045D3-386D-B57E-BFD8-FF722359D076}"/>
          </ac:spMkLst>
        </pc:spChg>
      </pc:sldChg>
      <pc:sldChg chg="addSp delSp modSp mod modAnim">
        <pc:chgData name="Scott Forrest" userId="95fbf796-a2c8-4799-ab79-0e94d63402e7" providerId="ADAL" clId="{5CC7CD71-D9DB-40BF-B6AF-0002D494E9DD}" dt="2025-04-15T03:32:52.747" v="2426"/>
        <pc:sldMkLst>
          <pc:docMk/>
          <pc:sldMk cId="3016005132" sldId="261"/>
        </pc:sldMkLst>
      </pc:sldChg>
      <pc:sldChg chg="addSp modSp mod modAnim">
        <pc:chgData name="Scott Forrest" userId="95fbf796-a2c8-4799-ab79-0e94d63402e7" providerId="ADAL" clId="{5CC7CD71-D9DB-40BF-B6AF-0002D494E9DD}" dt="2025-04-15T03:34:25.019" v="2540" actId="1036"/>
        <pc:sldMkLst>
          <pc:docMk/>
          <pc:sldMk cId="1661170178" sldId="262"/>
        </pc:sldMkLst>
      </pc:sldChg>
      <pc:sldChg chg="modSp del mod">
        <pc:chgData name="Scott Forrest" userId="95fbf796-a2c8-4799-ab79-0e94d63402e7" providerId="ADAL" clId="{5CC7CD71-D9DB-40BF-B6AF-0002D494E9DD}" dt="2025-04-15T01:57:20.579" v="546" actId="47"/>
        <pc:sldMkLst>
          <pc:docMk/>
          <pc:sldMk cId="1253255337" sldId="263"/>
        </pc:sldMkLst>
      </pc:sldChg>
      <pc:sldChg chg="modSp mod">
        <pc:chgData name="Scott Forrest" userId="95fbf796-a2c8-4799-ab79-0e94d63402e7" providerId="ADAL" clId="{5CC7CD71-D9DB-40BF-B6AF-0002D494E9DD}" dt="2025-04-15T04:31:18.166" v="2945" actId="20577"/>
        <pc:sldMkLst>
          <pc:docMk/>
          <pc:sldMk cId="1371601781" sldId="265"/>
        </pc:sldMkLst>
        <pc:spChg chg="mod">
          <ac:chgData name="Scott Forrest" userId="95fbf796-a2c8-4799-ab79-0e94d63402e7" providerId="ADAL" clId="{5CC7CD71-D9DB-40BF-B6AF-0002D494E9DD}" dt="2025-04-15T04:31:18.166" v="2945" actId="20577"/>
          <ac:spMkLst>
            <pc:docMk/>
            <pc:sldMk cId="1371601781" sldId="265"/>
            <ac:spMk id="3" creationId="{91067EC3-A3BD-296C-7F49-B08805173E11}"/>
          </ac:spMkLst>
        </pc:spChg>
      </pc:sldChg>
      <pc:sldChg chg="modSp mod">
        <pc:chgData name="Scott Forrest" userId="95fbf796-a2c8-4799-ab79-0e94d63402e7" providerId="ADAL" clId="{5CC7CD71-D9DB-40BF-B6AF-0002D494E9DD}" dt="2025-04-15T03:12:11.075" v="1210" actId="20577"/>
        <pc:sldMkLst>
          <pc:docMk/>
          <pc:sldMk cId="65016677" sldId="266"/>
        </pc:sldMkLst>
        <pc:spChg chg="mod">
          <ac:chgData name="Scott Forrest" userId="95fbf796-a2c8-4799-ab79-0e94d63402e7" providerId="ADAL" clId="{5CC7CD71-D9DB-40BF-B6AF-0002D494E9DD}" dt="2025-04-15T03:12:11.075" v="1210" actId="20577"/>
          <ac:spMkLst>
            <pc:docMk/>
            <pc:sldMk cId="65016677" sldId="266"/>
            <ac:spMk id="3" creationId="{5E7BF1BB-BDB8-1E26-D07D-3A357E6C46BE}"/>
          </ac:spMkLst>
        </pc:spChg>
      </pc:sldChg>
      <pc:sldChg chg="addSp delSp modSp mod">
        <pc:chgData name="Scott Forrest" userId="95fbf796-a2c8-4799-ab79-0e94d63402e7" providerId="ADAL" clId="{5CC7CD71-D9DB-40BF-B6AF-0002D494E9DD}" dt="2025-04-15T03:48:18.220" v="2819" actId="20577"/>
        <pc:sldMkLst>
          <pc:docMk/>
          <pc:sldMk cId="1685990104" sldId="269"/>
        </pc:sldMkLst>
      </pc:sldChg>
      <pc:sldChg chg="modSp mod">
        <pc:chgData name="Scott Forrest" userId="95fbf796-a2c8-4799-ab79-0e94d63402e7" providerId="ADAL" clId="{5CC7CD71-D9DB-40BF-B6AF-0002D494E9DD}" dt="2025-04-16T02:49:09.526" v="3226" actId="20577"/>
        <pc:sldMkLst>
          <pc:docMk/>
          <pc:sldMk cId="2480066747" sldId="269"/>
        </pc:sldMkLst>
        <pc:spChg chg="mod">
          <ac:chgData name="Scott Forrest" userId="95fbf796-a2c8-4799-ab79-0e94d63402e7" providerId="ADAL" clId="{5CC7CD71-D9DB-40BF-B6AF-0002D494E9DD}" dt="2025-04-16T02:49:09.526" v="3226" actId="20577"/>
          <ac:spMkLst>
            <pc:docMk/>
            <pc:sldMk cId="2480066747" sldId="269"/>
            <ac:spMk id="3" creationId="{4E532C00-C1ED-5786-8984-240EDACC7423}"/>
          </ac:spMkLst>
        </pc:spChg>
      </pc:sldChg>
      <pc:sldChg chg="modSp mod">
        <pc:chgData name="Scott Forrest" userId="95fbf796-a2c8-4799-ab79-0e94d63402e7" providerId="ADAL" clId="{5CC7CD71-D9DB-40BF-B6AF-0002D494E9DD}" dt="2025-04-15T04:32:02.951" v="2955" actId="1037"/>
        <pc:sldMkLst>
          <pc:docMk/>
          <pc:sldMk cId="2193096466" sldId="270"/>
        </pc:sldMkLst>
      </pc:sldChg>
      <pc:sldChg chg="new del">
        <pc:chgData name="Scott Forrest" userId="95fbf796-a2c8-4799-ab79-0e94d63402e7" providerId="ADAL" clId="{5CC7CD71-D9DB-40BF-B6AF-0002D494E9DD}" dt="2025-04-15T03:00:11.190" v="673" actId="47"/>
        <pc:sldMkLst>
          <pc:docMk/>
          <pc:sldMk cId="1684804166" sldId="272"/>
        </pc:sldMkLst>
      </pc:sldChg>
      <pc:sldChg chg="addSp delSp modSp new mod">
        <pc:chgData name="Scott Forrest" userId="95fbf796-a2c8-4799-ab79-0e94d63402e7" providerId="ADAL" clId="{5CC7CD71-D9DB-40BF-B6AF-0002D494E9DD}" dt="2025-04-15T04:39:07.488" v="3053" actId="207"/>
        <pc:sldMkLst>
          <pc:docMk/>
          <pc:sldMk cId="3238544389" sldId="273"/>
        </pc:sldMkLst>
      </pc:sldChg>
      <pc:sldChg chg="new del">
        <pc:chgData name="Scott Forrest" userId="95fbf796-a2c8-4799-ab79-0e94d63402e7" providerId="ADAL" clId="{5CC7CD71-D9DB-40BF-B6AF-0002D494E9DD}" dt="2025-04-15T03:39:53.566" v="2574" actId="47"/>
        <pc:sldMkLst>
          <pc:docMk/>
          <pc:sldMk cId="2823215280" sldId="274"/>
        </pc:sldMkLst>
      </pc:sldChg>
      <pc:sldChg chg="new del">
        <pc:chgData name="Scott Forrest" userId="95fbf796-a2c8-4799-ab79-0e94d63402e7" providerId="ADAL" clId="{5CC7CD71-D9DB-40BF-B6AF-0002D494E9DD}" dt="2025-04-15T02:04:14.485" v="615" actId="47"/>
        <pc:sldMkLst>
          <pc:docMk/>
          <pc:sldMk cId="3779640167" sldId="274"/>
        </pc:sldMkLst>
      </pc:sldChg>
      <pc:sldChg chg="addSp modSp mod modAnim">
        <pc:chgData name="Scott Forrest" userId="95fbf796-a2c8-4799-ab79-0e94d63402e7" providerId="ADAL" clId="{5CC7CD71-D9DB-40BF-B6AF-0002D494E9DD}" dt="2025-04-16T04:00:42.593" v="4200"/>
        <pc:sldMkLst>
          <pc:docMk/>
          <pc:sldMk cId="3116362063" sldId="275"/>
        </pc:sldMkLst>
      </pc:sldChg>
      <pc:sldChg chg="addSp modSp new mod">
        <pc:chgData name="Scott Forrest" userId="95fbf796-a2c8-4799-ab79-0e94d63402e7" providerId="ADAL" clId="{5CC7CD71-D9DB-40BF-B6AF-0002D494E9DD}" dt="2025-04-15T04:41:26.895" v="3094" actId="113"/>
        <pc:sldMkLst>
          <pc:docMk/>
          <pc:sldMk cId="3969880006" sldId="275"/>
        </pc:sldMkLst>
      </pc:sldChg>
      <pc:sldChg chg="addSp delSp modSp new mod modAnim">
        <pc:chgData name="Scott Forrest" userId="95fbf796-a2c8-4799-ab79-0e94d63402e7" providerId="ADAL" clId="{5CC7CD71-D9DB-40BF-B6AF-0002D494E9DD}" dt="2025-04-15T04:30:52.509" v="2918"/>
        <pc:sldMkLst>
          <pc:docMk/>
          <pc:sldMk cId="1414141991" sldId="276"/>
        </pc:sldMkLst>
      </pc:sldChg>
      <pc:sldChg chg="addSp modSp new mod">
        <pc:chgData name="Scott Forrest" userId="95fbf796-a2c8-4799-ab79-0e94d63402e7" providerId="ADAL" clId="{5CC7CD71-D9DB-40BF-B6AF-0002D494E9DD}" dt="2025-04-16T02:46:46.859" v="3134" actId="20577"/>
        <pc:sldMkLst>
          <pc:docMk/>
          <pc:sldMk cId="3096656171" sldId="277"/>
        </pc:sldMkLst>
        <pc:spChg chg="mod">
          <ac:chgData name="Scott Forrest" userId="95fbf796-a2c8-4799-ab79-0e94d63402e7" providerId="ADAL" clId="{5CC7CD71-D9DB-40BF-B6AF-0002D494E9DD}" dt="2025-04-15T03:12:23.519" v="1228" actId="20577"/>
          <ac:spMkLst>
            <pc:docMk/>
            <pc:sldMk cId="3096656171" sldId="277"/>
            <ac:spMk id="2" creationId="{75378156-2E75-552D-9CF5-22A7DD3A0952}"/>
          </ac:spMkLst>
        </pc:spChg>
        <pc:spChg chg="mod">
          <ac:chgData name="Scott Forrest" userId="95fbf796-a2c8-4799-ab79-0e94d63402e7" providerId="ADAL" clId="{5CC7CD71-D9DB-40BF-B6AF-0002D494E9DD}" dt="2025-04-15T03:30:53.805" v="2277" actId="20577"/>
          <ac:spMkLst>
            <pc:docMk/>
            <pc:sldMk cId="3096656171" sldId="277"/>
            <ac:spMk id="3" creationId="{8FEEAB43-DF47-5B9B-A9FA-889387034658}"/>
          </ac:spMkLst>
        </pc:spChg>
        <pc:spChg chg="mod">
          <ac:chgData name="Scott Forrest" userId="95fbf796-a2c8-4799-ab79-0e94d63402e7" providerId="ADAL" clId="{5CC7CD71-D9DB-40BF-B6AF-0002D494E9DD}" dt="2025-04-16T02:46:46.859" v="3134" actId="20577"/>
          <ac:spMkLst>
            <pc:docMk/>
            <pc:sldMk cId="3096656171" sldId="277"/>
            <ac:spMk id="14" creationId="{FF4DDE47-BAE7-B898-14CD-19830C6E5F97}"/>
          </ac:spMkLst>
        </pc:spChg>
        <pc:picChg chg="add mod">
          <ac:chgData name="Scott Forrest" userId="95fbf796-a2c8-4799-ab79-0e94d63402e7" providerId="ADAL" clId="{5CC7CD71-D9DB-40BF-B6AF-0002D494E9DD}" dt="2025-04-15T03:31:03.786" v="2280" actId="1076"/>
          <ac:picMkLst>
            <pc:docMk/>
            <pc:sldMk cId="3096656171" sldId="277"/>
            <ac:picMk id="8" creationId="{CE5DA767-6AA7-00CC-DC3B-ED0C392D8730}"/>
          </ac:picMkLst>
        </pc:picChg>
      </pc:sldChg>
      <pc:sldChg chg="addSp modSp new mod">
        <pc:chgData name="Scott Forrest" userId="95fbf796-a2c8-4799-ab79-0e94d63402e7" providerId="ADAL" clId="{5CC7CD71-D9DB-40BF-B6AF-0002D494E9DD}" dt="2025-04-15T03:31:09.245" v="2281"/>
        <pc:sldMkLst>
          <pc:docMk/>
          <pc:sldMk cId="88110481" sldId="278"/>
        </pc:sldMkLst>
        <pc:spChg chg="mod">
          <ac:chgData name="Scott Forrest" userId="95fbf796-a2c8-4799-ab79-0e94d63402e7" providerId="ADAL" clId="{5CC7CD71-D9DB-40BF-B6AF-0002D494E9DD}" dt="2025-04-15T03:12:30.527" v="1249" actId="20577"/>
          <ac:spMkLst>
            <pc:docMk/>
            <pc:sldMk cId="88110481" sldId="278"/>
            <ac:spMk id="2" creationId="{3A29A511-31FD-5AC3-E0F4-0AB798BC872B}"/>
          </ac:spMkLst>
        </pc:spChg>
        <pc:spChg chg="mod">
          <ac:chgData name="Scott Forrest" userId="95fbf796-a2c8-4799-ab79-0e94d63402e7" providerId="ADAL" clId="{5CC7CD71-D9DB-40BF-B6AF-0002D494E9DD}" dt="2025-04-15T03:17:32.863" v="1855" actId="20577"/>
          <ac:spMkLst>
            <pc:docMk/>
            <pc:sldMk cId="88110481" sldId="278"/>
            <ac:spMk id="3" creationId="{94E95C65-1136-8AB4-7DA3-2CCD01A0338C}"/>
          </ac:spMkLst>
        </pc:spChg>
        <pc:picChg chg="add mod">
          <ac:chgData name="Scott Forrest" userId="95fbf796-a2c8-4799-ab79-0e94d63402e7" providerId="ADAL" clId="{5CC7CD71-D9DB-40BF-B6AF-0002D494E9DD}" dt="2025-04-15T03:31:09.245" v="2281"/>
          <ac:picMkLst>
            <pc:docMk/>
            <pc:sldMk cId="88110481" sldId="278"/>
            <ac:picMk id="8" creationId="{FE0E05D4-5447-EB87-DFDB-DD00AA883D11}"/>
          </ac:picMkLst>
        </pc:picChg>
      </pc:sldChg>
      <pc:sldChg chg="addSp modSp new mod">
        <pc:chgData name="Scott Forrest" userId="95fbf796-a2c8-4799-ab79-0e94d63402e7" providerId="ADAL" clId="{5CC7CD71-D9DB-40BF-B6AF-0002D494E9DD}" dt="2025-04-16T02:56:42.616" v="3275" actId="20577"/>
        <pc:sldMkLst>
          <pc:docMk/>
          <pc:sldMk cId="1562069655" sldId="279"/>
        </pc:sldMkLst>
        <pc:spChg chg="mod">
          <ac:chgData name="Scott Forrest" userId="95fbf796-a2c8-4799-ab79-0e94d63402e7" providerId="ADAL" clId="{5CC7CD71-D9DB-40BF-B6AF-0002D494E9DD}" dt="2025-04-15T03:12:39.235" v="1283" actId="20577"/>
          <ac:spMkLst>
            <pc:docMk/>
            <pc:sldMk cId="1562069655" sldId="279"/>
            <ac:spMk id="2" creationId="{96BA2AD2-9DEF-106A-6B5A-5213DCC1F71A}"/>
          </ac:spMkLst>
        </pc:spChg>
        <pc:spChg chg="mod">
          <ac:chgData name="Scott Forrest" userId="95fbf796-a2c8-4799-ab79-0e94d63402e7" providerId="ADAL" clId="{5CC7CD71-D9DB-40BF-B6AF-0002D494E9DD}" dt="2025-04-16T02:56:42.616" v="3275" actId="20577"/>
          <ac:spMkLst>
            <pc:docMk/>
            <pc:sldMk cId="1562069655" sldId="279"/>
            <ac:spMk id="3" creationId="{B9C89900-6A1F-5F9F-CFF6-873710384649}"/>
          </ac:spMkLst>
        </pc:spChg>
        <pc:picChg chg="add mod">
          <ac:chgData name="Scott Forrest" userId="95fbf796-a2c8-4799-ab79-0e94d63402e7" providerId="ADAL" clId="{5CC7CD71-D9DB-40BF-B6AF-0002D494E9DD}" dt="2025-04-15T03:31:11.041" v="2282"/>
          <ac:picMkLst>
            <pc:docMk/>
            <pc:sldMk cId="1562069655" sldId="279"/>
            <ac:picMk id="7" creationId="{E77CA9ED-1EC4-4124-F69A-2F8BE45EACD2}"/>
          </ac:picMkLst>
        </pc:picChg>
      </pc:sldChg>
      <pc:sldChg chg="addSp delSp modSp new mod">
        <pc:chgData name="Scott Forrest" userId="95fbf796-a2c8-4799-ab79-0e94d63402e7" providerId="ADAL" clId="{5CC7CD71-D9DB-40BF-B6AF-0002D494E9DD}" dt="2025-04-16T04:08:52.110" v="4229" actId="478"/>
        <pc:sldMkLst>
          <pc:docMk/>
          <pc:sldMk cId="246888353" sldId="280"/>
        </pc:sldMkLst>
      </pc:sldChg>
      <pc:sldChg chg="addSp modSp new mod ord">
        <pc:chgData name="Scott Forrest" userId="95fbf796-a2c8-4799-ab79-0e94d63402e7" providerId="ADAL" clId="{5CC7CD71-D9DB-40BF-B6AF-0002D494E9DD}" dt="2025-04-16T04:09:14.764" v="4231"/>
        <pc:sldMkLst>
          <pc:docMk/>
          <pc:sldMk cId="1287532557" sldId="281"/>
        </pc:sldMkLst>
        <pc:spChg chg="mod">
          <ac:chgData name="Scott Forrest" userId="95fbf796-a2c8-4799-ab79-0e94d63402e7" providerId="ADAL" clId="{5CC7CD71-D9DB-40BF-B6AF-0002D494E9DD}" dt="2025-04-15T03:13:02.738" v="1349" actId="20577"/>
          <ac:spMkLst>
            <pc:docMk/>
            <pc:sldMk cId="1287532557" sldId="281"/>
            <ac:spMk id="2" creationId="{F1DFC677-6ED2-C965-3BF8-DC20BED15445}"/>
          </ac:spMkLst>
        </pc:spChg>
        <pc:spChg chg="mod">
          <ac:chgData name="Scott Forrest" userId="95fbf796-a2c8-4799-ab79-0e94d63402e7" providerId="ADAL" clId="{5CC7CD71-D9DB-40BF-B6AF-0002D494E9DD}" dt="2025-04-15T03:31:58.183" v="2424" actId="20577"/>
          <ac:spMkLst>
            <pc:docMk/>
            <pc:sldMk cId="1287532557" sldId="281"/>
            <ac:spMk id="3" creationId="{4BCD2DAF-CE86-F77D-CCA5-BF09E4F59258}"/>
          </ac:spMkLst>
        </pc:spChg>
        <pc:picChg chg="add mod">
          <ac:chgData name="Scott Forrest" userId="95fbf796-a2c8-4799-ab79-0e94d63402e7" providerId="ADAL" clId="{5CC7CD71-D9DB-40BF-B6AF-0002D494E9DD}" dt="2025-04-15T03:31:17.360" v="2283"/>
          <ac:picMkLst>
            <pc:docMk/>
            <pc:sldMk cId="1287532557" sldId="281"/>
            <ac:picMk id="7" creationId="{7A22ED98-7A5C-ABDE-7222-915556522428}"/>
          </ac:picMkLst>
        </pc:picChg>
      </pc:sldChg>
      <pc:sldChg chg="addSp modSp new mod">
        <pc:chgData name="Scott Forrest" userId="95fbf796-a2c8-4799-ab79-0e94d63402e7" providerId="ADAL" clId="{5CC7CD71-D9DB-40BF-B6AF-0002D494E9DD}" dt="2025-04-15T04:30:29.979" v="2917" actId="20577"/>
        <pc:sldMkLst>
          <pc:docMk/>
          <pc:sldMk cId="957641504" sldId="282"/>
        </pc:sldMkLst>
        <pc:spChg chg="add mod">
          <ac:chgData name="Scott Forrest" userId="95fbf796-a2c8-4799-ab79-0e94d63402e7" providerId="ADAL" clId="{5CC7CD71-D9DB-40BF-B6AF-0002D494E9DD}" dt="2025-04-15T03:30:17.619" v="2260" actId="14100"/>
          <ac:spMkLst>
            <pc:docMk/>
            <pc:sldMk cId="957641504" sldId="282"/>
            <ac:spMk id="8" creationId="{AB095E39-5313-D366-0A62-8DE205586E2D}"/>
          </ac:spMkLst>
        </pc:spChg>
        <pc:spChg chg="add mod">
          <ac:chgData name="Scott Forrest" userId="95fbf796-a2c8-4799-ab79-0e94d63402e7" providerId="ADAL" clId="{5CC7CD71-D9DB-40BF-B6AF-0002D494E9DD}" dt="2025-04-15T04:30:29.979" v="2917" actId="20577"/>
          <ac:spMkLst>
            <pc:docMk/>
            <pc:sldMk cId="957641504" sldId="282"/>
            <ac:spMk id="9" creationId="{8B18E7E0-659B-2F0F-31EC-4D59AD357C1C}"/>
          </ac:spMkLst>
        </pc:spChg>
        <pc:picChg chg="add mod">
          <ac:chgData name="Scott Forrest" userId="95fbf796-a2c8-4799-ab79-0e94d63402e7" providerId="ADAL" clId="{5CC7CD71-D9DB-40BF-B6AF-0002D494E9DD}" dt="2025-04-15T03:30:19.710" v="2262" actId="1076"/>
          <ac:picMkLst>
            <pc:docMk/>
            <pc:sldMk cId="957641504" sldId="282"/>
            <ac:picMk id="7" creationId="{48B380A4-A5BD-A1C1-7828-ADD12CF0A93A}"/>
          </ac:picMkLst>
        </pc:picChg>
      </pc:sldChg>
      <pc:sldChg chg="addSp add mod ord">
        <pc:chgData name="Scott Forrest" userId="95fbf796-a2c8-4799-ab79-0e94d63402e7" providerId="ADAL" clId="{5CC7CD71-D9DB-40BF-B6AF-0002D494E9DD}" dt="2025-04-15T03:39:52.364" v="2573"/>
        <pc:sldMkLst>
          <pc:docMk/>
          <pc:sldMk cId="2480356457" sldId="283"/>
        </pc:sldMkLst>
      </pc:sldChg>
      <pc:sldChg chg="addSp delSp modSp add del mod">
        <pc:chgData name="Scott Forrest" userId="95fbf796-a2c8-4799-ab79-0e94d63402e7" providerId="ADAL" clId="{5CC7CD71-D9DB-40BF-B6AF-0002D494E9DD}" dt="2025-04-15T04:21:17.968" v="2889" actId="47"/>
        <pc:sldMkLst>
          <pc:docMk/>
          <pc:sldMk cId="4168909003" sldId="284"/>
        </pc:sldMkLst>
      </pc:sldChg>
      <pc:sldChg chg="new del">
        <pc:chgData name="Scott Forrest" userId="95fbf796-a2c8-4799-ab79-0e94d63402e7" providerId="ADAL" clId="{5CC7CD71-D9DB-40BF-B6AF-0002D494E9DD}" dt="2025-04-15T04:41:34.289" v="3095" actId="47"/>
        <pc:sldMkLst>
          <pc:docMk/>
          <pc:sldMk cId="2108906775" sldId="285"/>
        </pc:sldMkLst>
      </pc:sldChg>
      <pc:sldChg chg="modSp mod">
        <pc:chgData name="Scott Forrest" userId="95fbf796-a2c8-4799-ab79-0e94d63402e7" providerId="ADAL" clId="{5CC7CD71-D9DB-40BF-B6AF-0002D494E9DD}" dt="2025-04-16T02:44:51.034" v="3099" actId="20577"/>
        <pc:sldMkLst>
          <pc:docMk/>
          <pc:sldMk cId="814873531" sldId="288"/>
        </pc:sldMkLst>
      </pc:sldChg>
      <pc:sldChg chg="modSp mod">
        <pc:chgData name="Scott Forrest" userId="95fbf796-a2c8-4799-ab79-0e94d63402e7" providerId="ADAL" clId="{5CC7CD71-D9DB-40BF-B6AF-0002D494E9DD}" dt="2025-04-16T02:46:30" v="3131" actId="14100"/>
        <pc:sldMkLst>
          <pc:docMk/>
          <pc:sldMk cId="978555237" sldId="289"/>
        </pc:sldMkLst>
        <pc:spChg chg="mod">
          <ac:chgData name="Scott Forrest" userId="95fbf796-a2c8-4799-ab79-0e94d63402e7" providerId="ADAL" clId="{5CC7CD71-D9DB-40BF-B6AF-0002D494E9DD}" dt="2025-04-16T02:46:25.336" v="3130" actId="20577"/>
          <ac:spMkLst>
            <pc:docMk/>
            <pc:sldMk cId="978555237" sldId="289"/>
            <ac:spMk id="9" creationId="{6FB2B7AB-38E2-B97C-046A-7A1A4AE19E68}"/>
          </ac:spMkLst>
        </pc:spChg>
        <pc:spChg chg="mod">
          <ac:chgData name="Scott Forrest" userId="95fbf796-a2c8-4799-ab79-0e94d63402e7" providerId="ADAL" clId="{5CC7CD71-D9DB-40BF-B6AF-0002D494E9DD}" dt="2025-04-16T02:46:30" v="3131" actId="14100"/>
          <ac:spMkLst>
            <pc:docMk/>
            <pc:sldMk cId="978555237" sldId="289"/>
            <ac:spMk id="10" creationId="{547101D6-BE88-0668-6076-B23B580EB344}"/>
          </ac:spMkLst>
        </pc:spChg>
      </pc:sldChg>
      <pc:sldChg chg="modSp mod">
        <pc:chgData name="Scott Forrest" userId="95fbf796-a2c8-4799-ab79-0e94d63402e7" providerId="ADAL" clId="{5CC7CD71-D9DB-40BF-B6AF-0002D494E9DD}" dt="2025-04-16T02:45:49.067" v="3104" actId="20577"/>
        <pc:sldMkLst>
          <pc:docMk/>
          <pc:sldMk cId="2030781034" sldId="292"/>
        </pc:sldMkLst>
      </pc:sldChg>
      <pc:sldChg chg="modSp mod">
        <pc:chgData name="Scott Forrest" userId="95fbf796-a2c8-4799-ab79-0e94d63402e7" providerId="ADAL" clId="{5CC7CD71-D9DB-40BF-B6AF-0002D494E9DD}" dt="2025-04-16T02:45:06.277" v="3102" actId="20577"/>
        <pc:sldMkLst>
          <pc:docMk/>
          <pc:sldMk cId="168204496" sldId="294"/>
        </pc:sldMkLst>
      </pc:sldChg>
      <pc:sldChg chg="modSp mod">
        <pc:chgData name="Scott Forrest" userId="95fbf796-a2c8-4799-ab79-0e94d63402e7" providerId="ADAL" clId="{5CC7CD71-D9DB-40BF-B6AF-0002D494E9DD}" dt="2025-04-16T02:58:22.313" v="3294" actId="404"/>
        <pc:sldMkLst>
          <pc:docMk/>
          <pc:sldMk cId="2108340454" sldId="297"/>
        </pc:sldMkLst>
      </pc:sldChg>
      <pc:sldChg chg="modSp del mod">
        <pc:chgData name="Scott Forrest" userId="95fbf796-a2c8-4799-ab79-0e94d63402e7" providerId="ADAL" clId="{5CC7CD71-D9DB-40BF-B6AF-0002D494E9DD}" dt="2025-04-16T04:08:27.496" v="4228" actId="47"/>
        <pc:sldMkLst>
          <pc:docMk/>
          <pc:sldMk cId="621990983" sldId="299"/>
        </pc:sldMkLst>
      </pc:sldChg>
      <pc:sldChg chg="del">
        <pc:chgData name="Scott Forrest" userId="95fbf796-a2c8-4799-ab79-0e94d63402e7" providerId="ADAL" clId="{5CC7CD71-D9DB-40BF-B6AF-0002D494E9DD}" dt="2025-04-16T03:58:51.360" v="4185" actId="47"/>
        <pc:sldMkLst>
          <pc:docMk/>
          <pc:sldMk cId="3273998509" sldId="305"/>
        </pc:sldMkLst>
      </pc:sldChg>
      <pc:sldChg chg="ord">
        <pc:chgData name="Scott Forrest" userId="95fbf796-a2c8-4799-ab79-0e94d63402e7" providerId="ADAL" clId="{5CC7CD71-D9DB-40BF-B6AF-0002D494E9DD}" dt="2025-04-16T04:09:20.217" v="4233"/>
        <pc:sldMkLst>
          <pc:docMk/>
          <pc:sldMk cId="3391517988" sldId="306"/>
        </pc:sldMkLst>
      </pc:sldChg>
      <pc:sldChg chg="addSp delSp modSp new mod">
        <pc:chgData name="Scott Forrest" userId="95fbf796-a2c8-4799-ab79-0e94d63402e7" providerId="ADAL" clId="{5CC7CD71-D9DB-40BF-B6AF-0002D494E9DD}" dt="2025-04-16T03:04:07.457" v="3607" actId="20577"/>
        <pc:sldMkLst>
          <pc:docMk/>
          <pc:sldMk cId="668367263" sldId="307"/>
        </pc:sldMkLst>
      </pc:sldChg>
      <pc:sldChg chg="addSp modSp new mod">
        <pc:chgData name="Scott Forrest" userId="95fbf796-a2c8-4799-ab79-0e94d63402e7" providerId="ADAL" clId="{5CC7CD71-D9DB-40BF-B6AF-0002D494E9DD}" dt="2025-04-16T03:12:15.392" v="3798" actId="1076"/>
        <pc:sldMkLst>
          <pc:docMk/>
          <pc:sldMk cId="770312698" sldId="308"/>
        </pc:sldMkLst>
      </pc:sldChg>
      <pc:sldChg chg="addSp delSp modSp new mod">
        <pc:chgData name="Scott Forrest" userId="95fbf796-a2c8-4799-ab79-0e94d63402e7" providerId="ADAL" clId="{5CC7CD71-D9DB-40BF-B6AF-0002D494E9DD}" dt="2025-04-16T03:14:19.774" v="3899" actId="20577"/>
        <pc:sldMkLst>
          <pc:docMk/>
          <pc:sldMk cId="1123331387" sldId="309"/>
        </pc:sldMkLst>
      </pc:sldChg>
      <pc:sldChg chg="addSp delSp modSp new mod">
        <pc:chgData name="Scott Forrest" userId="95fbf796-a2c8-4799-ab79-0e94d63402e7" providerId="ADAL" clId="{5CC7CD71-D9DB-40BF-B6AF-0002D494E9DD}" dt="2025-04-16T03:26:50.909" v="3934" actId="1076"/>
        <pc:sldMkLst>
          <pc:docMk/>
          <pc:sldMk cId="391794777" sldId="310"/>
        </pc:sldMkLst>
      </pc:sldChg>
      <pc:sldChg chg="addSp delSp modSp new mod">
        <pc:chgData name="Scott Forrest" userId="95fbf796-a2c8-4799-ab79-0e94d63402e7" providerId="ADAL" clId="{5CC7CD71-D9DB-40BF-B6AF-0002D494E9DD}" dt="2025-04-16T03:14:00.621" v="3880" actId="20577"/>
        <pc:sldMkLst>
          <pc:docMk/>
          <pc:sldMk cId="1401880843" sldId="311"/>
        </pc:sldMkLst>
      </pc:sldChg>
      <pc:sldChg chg="addSp delSp modSp new mod">
        <pc:chgData name="Scott Forrest" userId="95fbf796-a2c8-4799-ab79-0e94d63402e7" providerId="ADAL" clId="{5CC7CD71-D9DB-40BF-B6AF-0002D494E9DD}" dt="2025-04-16T03:26:48.566" v="3933" actId="1076"/>
        <pc:sldMkLst>
          <pc:docMk/>
          <pc:sldMk cId="2768417719" sldId="312"/>
        </pc:sldMkLst>
      </pc:sldChg>
      <pc:sldChg chg="modSp new del mod">
        <pc:chgData name="Scott Forrest" userId="95fbf796-a2c8-4799-ab79-0e94d63402e7" providerId="ADAL" clId="{5CC7CD71-D9DB-40BF-B6AF-0002D494E9DD}" dt="2025-04-16T04:05:51.304" v="4201" actId="47"/>
        <pc:sldMkLst>
          <pc:docMk/>
          <pc:sldMk cId="1596316933" sldId="313"/>
        </pc:sldMkLst>
      </pc:sldChg>
      <pc:sldChg chg="addSp delSp modSp new mod">
        <pc:chgData name="Scott Forrest" userId="95fbf796-a2c8-4799-ab79-0e94d63402e7" providerId="ADAL" clId="{5CC7CD71-D9DB-40BF-B6AF-0002D494E9DD}" dt="2025-04-16T03:30:15.999" v="3973" actId="1076"/>
        <pc:sldMkLst>
          <pc:docMk/>
          <pc:sldMk cId="1465890325" sldId="314"/>
        </pc:sldMkLst>
      </pc:sldChg>
      <pc:sldChg chg="addSp delSp modSp new mod">
        <pc:chgData name="Scott Forrest" userId="95fbf796-a2c8-4799-ab79-0e94d63402e7" providerId="ADAL" clId="{5CC7CD71-D9DB-40BF-B6AF-0002D494E9DD}" dt="2025-04-16T03:34:11.191" v="4182" actId="1076"/>
        <pc:sldMkLst>
          <pc:docMk/>
          <pc:sldMk cId="824824519" sldId="315"/>
        </pc:sldMkLst>
      </pc:sldChg>
      <pc:sldChg chg="add">
        <pc:chgData name="Scott Forrest" userId="95fbf796-a2c8-4799-ab79-0e94d63402e7" providerId="ADAL" clId="{5CC7CD71-D9DB-40BF-B6AF-0002D494E9DD}" dt="2025-04-16T04:08:25.430" v="4227"/>
        <pc:sldMkLst>
          <pc:docMk/>
          <pc:sldMk cId="463455855" sldId="316"/>
        </pc:sldMkLst>
      </pc:sldChg>
      <pc:sldChg chg="modSp add del mod">
        <pc:chgData name="Scott Forrest" userId="95fbf796-a2c8-4799-ab79-0e94d63402e7" providerId="ADAL" clId="{5CC7CD71-D9DB-40BF-B6AF-0002D494E9DD}" dt="2025-04-16T04:08:21.042" v="4226" actId="2696"/>
        <pc:sldMkLst>
          <pc:docMk/>
          <pc:sldMk cId="2400254318" sldId="316"/>
        </pc:sldMkLst>
      </pc:sldChg>
      <pc:sldMasterChg chg="addSp modSp mod modSldLayout">
        <pc:chgData name="Scott Forrest" userId="95fbf796-a2c8-4799-ab79-0e94d63402e7" providerId="ADAL" clId="{5CC7CD71-D9DB-40BF-B6AF-0002D494E9DD}" dt="2025-04-15T01:56:12.252" v="545" actId="20577"/>
        <pc:sldMasterMkLst>
          <pc:docMk/>
          <pc:sldMasterMk cId="1042190689" sldId="2147483648"/>
        </pc:sldMasterMkLst>
        <pc:spChg chg="mod">
          <ac:chgData name="Scott Forrest" userId="95fbf796-a2c8-4799-ab79-0e94d63402e7" providerId="ADAL" clId="{5CC7CD71-D9DB-40BF-B6AF-0002D494E9DD}" dt="2025-04-15T01:46:49.245" v="83" actId="20577"/>
          <ac:spMkLst>
            <pc:docMk/>
            <pc:sldMasterMk cId="1042190689" sldId="2147483648"/>
            <ac:spMk id="5" creationId="{F48C3413-A4B2-40B3-9609-642E9344E7BB}"/>
          </ac:spMkLst>
        </pc:spChg>
        <pc:picChg chg="add mod">
          <ac:chgData name="Scott Forrest" userId="95fbf796-a2c8-4799-ab79-0e94d63402e7" providerId="ADAL" clId="{5CC7CD71-D9DB-40BF-B6AF-0002D494E9DD}" dt="2025-04-15T01:47:17.157" v="87" actId="732"/>
          <ac:picMkLst>
            <pc:docMk/>
            <pc:sldMasterMk cId="1042190689" sldId="2147483648"/>
            <ac:picMk id="7" creationId="{F9CFDA5C-D463-8B3B-0A4F-A5E42D4726F9}"/>
          </ac:picMkLst>
        </pc:picChg>
        <pc:picChg chg="add mod">
          <ac:chgData name="Scott Forrest" userId="95fbf796-a2c8-4799-ab79-0e94d63402e7" providerId="ADAL" clId="{5CC7CD71-D9DB-40BF-B6AF-0002D494E9DD}" dt="2025-04-15T01:46:52.583" v="84"/>
          <ac:picMkLst>
            <pc:docMk/>
            <pc:sldMasterMk cId="1042190689" sldId="2147483648"/>
            <ac:picMk id="8" creationId="{DFC26880-97CA-A954-8C4F-B2AD9D2ACDC2}"/>
          </ac:picMkLst>
        </pc:picChg>
        <pc:picChg chg="add mod">
          <ac:chgData name="Scott Forrest" userId="95fbf796-a2c8-4799-ab79-0e94d63402e7" providerId="ADAL" clId="{5CC7CD71-D9DB-40BF-B6AF-0002D494E9DD}" dt="2025-04-15T01:46:52.583" v="84"/>
          <ac:picMkLst>
            <pc:docMk/>
            <pc:sldMasterMk cId="1042190689" sldId="2147483648"/>
            <ac:picMk id="9" creationId="{C660DAC7-F21A-71AA-E499-3F20D59C466C}"/>
          </ac:picMkLst>
        </pc:picChg>
        <pc:picChg chg="add mod">
          <ac:chgData name="Scott Forrest" userId="95fbf796-a2c8-4799-ab79-0e94d63402e7" providerId="ADAL" clId="{5CC7CD71-D9DB-40BF-B6AF-0002D494E9DD}" dt="2025-04-15T01:47:01.152" v="85" actId="1076"/>
          <ac:picMkLst>
            <pc:docMk/>
            <pc:sldMasterMk cId="1042190689" sldId="2147483648"/>
            <ac:picMk id="10" creationId="{1936D975-2476-6229-27C9-C2BE2B71AFD1}"/>
          </ac:picMkLst>
        </pc:picChg>
        <pc:sldLayoutChg chg="modSp mod">
          <pc:chgData name="Scott Forrest" userId="95fbf796-a2c8-4799-ab79-0e94d63402e7" providerId="ADAL" clId="{5CC7CD71-D9DB-40BF-B6AF-0002D494E9DD}" dt="2025-04-15T01:56:12.252" v="545" actId="20577"/>
          <pc:sldLayoutMkLst>
            <pc:docMk/>
            <pc:sldMasterMk cId="1042190689" sldId="2147483648"/>
            <pc:sldLayoutMk cId="2429308669" sldId="2147483650"/>
          </pc:sldLayoutMkLst>
          <pc:spChg chg="mod">
            <ac:chgData name="Scott Forrest" userId="95fbf796-a2c8-4799-ab79-0e94d63402e7" providerId="ADAL" clId="{5CC7CD71-D9DB-40BF-B6AF-0002D494E9DD}" dt="2025-04-15T01:56:12.252" v="545" actId="20577"/>
            <ac:spMkLst>
              <pc:docMk/>
              <pc:sldMasterMk cId="1042190689" sldId="2147483648"/>
              <pc:sldLayoutMk cId="2429308669" sldId="2147483650"/>
              <ac:spMk id="5" creationId="{368F8E30-384E-4CB2-5164-D90B4B46D37C}"/>
            </ac:spMkLst>
          </pc:spChg>
        </pc:sldLayoutChg>
        <pc:sldLayoutChg chg="modSp mod">
          <pc:chgData name="Scott Forrest" userId="95fbf796-a2c8-4799-ab79-0e94d63402e7" providerId="ADAL" clId="{5CC7CD71-D9DB-40BF-B6AF-0002D494E9DD}" dt="2025-04-15T01:53:10.494" v="499" actId="20577"/>
          <pc:sldLayoutMkLst>
            <pc:docMk/>
            <pc:sldMasterMk cId="1042190689" sldId="2147483648"/>
            <pc:sldLayoutMk cId="844292820" sldId="2147483653"/>
          </pc:sldLayoutMkLst>
          <pc:spChg chg="mod">
            <ac:chgData name="Scott Forrest" userId="95fbf796-a2c8-4799-ab79-0e94d63402e7" providerId="ADAL" clId="{5CC7CD71-D9DB-40BF-B6AF-0002D494E9DD}" dt="2025-04-15T01:53:10.494" v="499" actId="20577"/>
            <ac:spMkLst>
              <pc:docMk/>
              <pc:sldMasterMk cId="1042190689" sldId="2147483648"/>
              <pc:sldLayoutMk cId="844292820" sldId="2147483653"/>
              <ac:spMk id="8" creationId="{B24C427F-B571-D2DC-44D3-0725E18F780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2DA2B-0F63-45D7-BFFA-D67E0D3F4BAD}" type="datetimeFigureOut">
              <a:rPr lang="en-AU" smtClean="0"/>
              <a:t>12/06/2025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8D699-5E08-44D1-9B23-94BB26E2E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64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Based on niche theory – basically that in environmental space there’s some optimal area for a species occurrences. Can look at this in multiple dimensions. We might call this the species climatic niche. Of course this isn’t solely what drives a species. Once we consider other things like dispersal or competition, we might call that the realised niche.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962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39C0-D357-420F-198C-FEE8AA5A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7C43C-E9D4-4290-EE91-4F991AD33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67FD4-80BE-0C91-2760-30695B2D7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6374A-A29B-3911-4728-FE824C66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12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Down a scale of don’t need to be that accurate to need to be really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27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Gold standard is PA but mostly we don’t have PA. Always try to get some. This usually drives the type of model that you can do.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9169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803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4122-2D1A-222A-7CFB-AF9C491F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0DC59-BF70-8846-221C-EAB4D5080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439D3-A83C-11D9-A5F0-F7AFCCD89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Gold standard is PA but mostly we don’t have PA. Always try to get some. This usually drives the type of model that you can do.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FD3C4-23C8-A42B-A818-F1F73009C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373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Key consideration here includes: how relevant are they for defining a species’ niche? What’s available? At what resolution?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543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Calibration = model correctly predict conditional probability of presence </a:t>
            </a:r>
          </a:p>
          <a:p>
            <a:r>
              <a:rPr lang="en-AU" dirty="0"/>
              <a:t>Discrimination = model can discriminate between occupied and unoccupied 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8D699-5E08-44D1-9B23-94BB26E2EB88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26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330C-79E5-9160-86EF-073845CAC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9B02D-C034-43BA-EC41-32225F0AB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7006F-C8FC-A36D-E78C-0805C63D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1339-9798-4FA0-9721-5555DFD73124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A1D1A-917B-399E-FA8C-231937DA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4C4DE-2879-5803-8E85-3BB6964D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62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795F-130D-2BA1-4711-147A793B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E4522-A42F-AFBF-28CE-C9C840DA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F59DC-3F7E-8A8F-EA91-57CD78CE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F8E30-384E-4CB2-5164-D90B4B46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9B5D-3277-5E92-86A9-04B51423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30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D2CA-9797-A369-2E57-969B08897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65463-8DA2-3500-FABE-5B0B12007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AD92F-4DDC-0129-F573-ECFC48EE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DB4D-B77D-44E6-91E8-7FB39BE104D8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F66E8-EAC1-DE44-4010-9459B0E7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CDB05-CBCB-98D0-BBD0-2028593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10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4C7E-97F9-5A38-D23E-B7A2EDEA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6548-60BC-F9ED-B2C0-9413ECF38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8682-B62F-661C-53CF-BDCF775F1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2B2E6-0146-FFE1-5ABF-7AA1CA9B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04D7-6202-495A-9E4D-9F820EB888AC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E31DD-0408-B976-C153-BF0FA0C1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B33A6-81EB-8C7F-B4DB-49874A0E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24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5782-4DD7-1D09-D92F-116701FE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3987A-7F21-F459-CE5C-DC2E9A45A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DD319-C549-9076-B181-CE894E3CC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EB16A-D434-585C-8FE3-AE376AF48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ACAD3-CBF2-C9D9-054E-274A6BE01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57AC8-C9FB-F51F-D99C-D144D29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FA7C-1B1A-479A-8DF6-A9F698F91127}" type="datetime1">
              <a:rPr lang="en-AU" smtClean="0"/>
              <a:t>12/06/2025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C427F-B571-D2DC-44D3-0725E18F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8FA5A2-25F4-C2F7-ACF1-BE9148BB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429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9082-866F-BE60-C169-D80D38B8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79998-4E95-9584-D852-5CC68D00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29B5C-E15E-4D74-B620-A439CFA26919}" type="datetime1">
              <a:rPr lang="en-AU" smtClean="0"/>
              <a:t>12/06/2025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71166-4DCB-5D16-5AD8-6AFDF203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34A6E-43FC-569F-8EB1-EBDFC4A5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75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FC308-0D39-F2E6-24F7-4920A120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5EB6-0CB1-41D3-90BD-A3D32D404478}" type="datetime1">
              <a:rPr lang="en-AU" smtClean="0"/>
              <a:t>12/06/2025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9451F-6F12-548C-64A1-DDB0F1EF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9BC0-1373-AD8B-3AAD-6309C00A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54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B04E-4A61-CA2B-1A02-C8FF72E1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1683-B281-179A-B618-897902434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48898-4490-E348-F583-9FC6A4B02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75A08-319D-7CB8-349B-C2F7B1D6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ABFF-2556-44CB-BEC2-56DF960F22E8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9C6BE-E904-26BE-2771-4D410B80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AA9F4-4DFF-0414-0040-276C67FE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6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191C-C1DD-AE9F-6C35-16AF29B1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E0A90-1CA0-C790-1E97-D885CC070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750FB-D9F2-9C30-7F2C-A9D454DF7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58164-28E1-288B-F997-CB7D65D4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EB3-2D6B-4ACF-A842-1CBDE7ADB4D0}" type="datetime1">
              <a:rPr lang="en-AU" smtClean="0"/>
              <a:t>12/06/2025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07B36-F12B-2C05-5251-820B2D26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E911B-6079-2028-F98D-F0CA02FF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88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1191-707B-CC7C-93A5-368A2818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3831-2A72-FAFE-73C2-D39E9F9FD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FAB0-15B8-3DA0-4D39-D95535C51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D9E6-D43C-421E-B68E-C07B60AD5229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5DA0-1005-4C4A-5608-5F4078AD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4BBE0-FDB0-CE29-493B-6C56F4E6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15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C44A03-F4D4-4EAD-3C6E-2AC95F079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9F5B9-8D68-6D07-CE2D-B9AE204B2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7608-63C2-B990-C724-606506F2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C652-EA7A-4DCC-81C9-0EB315335E0A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B163C-2B2C-61B9-BEB1-E33927D5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6EB9-45F7-E4CF-7572-777C28EB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61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31353-8A78-A588-9628-E5D8576E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4AC75-AFA8-18DF-B95D-323DF1E4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7AC4-8935-20D9-9B86-05FED3FC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BE54F-F934-47E3-96AD-8B3E9B453A16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C3413-A4B2-40B3-9609-642E9344E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296B1-A27F-66D9-EB09-D5368FCBD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4B225-800D-4997-8974-A640DB325038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QUT Logo PNG Transparent &amp; SVG Vector - Freebie Supply">
            <a:extLst>
              <a:ext uri="{FF2B5EF4-FFF2-40B4-BE49-F238E27FC236}">
                <a16:creationId xmlns:a16="http://schemas.microsoft.com/office/drawing/2014/main" id="{F9CFDA5C-D463-8B3B-0A4F-A5E42D4726F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80" r="73349" b="37418"/>
          <a:stretch/>
        </p:blipFill>
        <p:spPr bwMode="auto">
          <a:xfrm>
            <a:off x="0" y="6222999"/>
            <a:ext cx="671513" cy="6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MRC Indigenous Research Seminar - Digital Media Research Centre">
            <a:extLst>
              <a:ext uri="{FF2B5EF4-FFF2-40B4-BE49-F238E27FC236}">
                <a16:creationId xmlns:a16="http://schemas.microsoft.com/office/drawing/2014/main" id="{DFC26880-97CA-A954-8C4F-B2AD9D2ACDC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4" b="85303"/>
          <a:stretch/>
        </p:blipFill>
        <p:spPr bwMode="auto">
          <a:xfrm>
            <a:off x="0" y="0"/>
            <a:ext cx="12192000" cy="27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">
            <a:extLst>
              <a:ext uri="{FF2B5EF4-FFF2-40B4-BE49-F238E27FC236}">
                <a16:creationId xmlns:a16="http://schemas.microsoft.com/office/drawing/2014/main" id="{C660DAC7-F21A-71AA-E499-3F20D59C4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518" y="6247346"/>
            <a:ext cx="572890" cy="572890"/>
          </a:xfrm>
          <a:prstGeom prst="ellipse">
            <a:avLst/>
          </a:prstGeom>
          <a:ln w="63500" cap="rnd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QUT Centre for Data Science (@QUTDataScience) / Twitter">
            <a:extLst>
              <a:ext uri="{FF2B5EF4-FFF2-40B4-BE49-F238E27FC236}">
                <a16:creationId xmlns:a16="http://schemas.microsoft.com/office/drawing/2014/main" id="{1936D975-2476-6229-27C9-C2BE2B71AF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27" y="6222999"/>
            <a:ext cx="603946" cy="60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19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20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creativecommons.org/licenses/by-sa/3.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427A-7DF1-2C46-CFA4-FF7F08F33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232"/>
            <a:ext cx="9144000" cy="2387600"/>
          </a:xfrm>
        </p:spPr>
        <p:txBody>
          <a:bodyPr>
            <a:normAutofit/>
          </a:bodyPr>
          <a:lstStyle/>
          <a:p>
            <a:r>
              <a:rPr lang="en-AU" sz="4800" dirty="0"/>
              <a:t>Modelling the SEQ koala distribution under current and future climate scenarios </a:t>
            </a:r>
          </a:p>
        </p:txBody>
      </p:sp>
      <p:pic>
        <p:nvPicPr>
          <p:cNvPr id="1029" name="Picture 5" descr="Koala - Aussie Ark | Conservation Program">
            <a:extLst>
              <a:ext uri="{FF2B5EF4-FFF2-40B4-BE49-F238E27FC236}">
                <a16:creationId xmlns:a16="http://schemas.microsoft.com/office/drawing/2014/main" id="{B5F1D5EA-0EC0-C60A-D56A-C11FE9053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3"/>
          <a:stretch/>
        </p:blipFill>
        <p:spPr bwMode="auto">
          <a:xfrm rot="205309">
            <a:off x="7831515" y="3514833"/>
            <a:ext cx="3204818" cy="273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68D6F366-5DB5-9281-4791-8BFED037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20334">
            <a:off x="9838514" y="4039710"/>
            <a:ext cx="363381" cy="36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7A62E827-A2BA-31B1-023D-B7A1BAB03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8199">
            <a:off x="8661551" y="4438259"/>
            <a:ext cx="387236" cy="3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EA88FE-3AC6-0632-0502-BC2E4AA67CFB}"/>
              </a:ext>
            </a:extLst>
          </p:cNvPr>
          <p:cNvSpPr/>
          <p:nvPr/>
        </p:nvSpPr>
        <p:spPr>
          <a:xfrm rot="21173924">
            <a:off x="9029253" y="3071047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F01E0B-9B22-5AC8-C115-AEDF03BFCC7B}"/>
              </a:ext>
            </a:extLst>
          </p:cNvPr>
          <p:cNvSpPr/>
          <p:nvPr/>
        </p:nvSpPr>
        <p:spPr>
          <a:xfrm rot="21173924">
            <a:off x="9385862" y="2993000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118906-FA1F-265B-AE6F-CE4F0311FCFA}"/>
              </a:ext>
            </a:extLst>
          </p:cNvPr>
          <p:cNvSpPr/>
          <p:nvPr/>
        </p:nvSpPr>
        <p:spPr>
          <a:xfrm rot="21173924">
            <a:off x="9741586" y="3027747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7" name="Picture 13" descr="57,400+ Sun Clipart Stock Illustrations, Royalty-Free Vector Graphics &amp; Clip  Art - iStock | Summer sun clipart">
            <a:extLst>
              <a:ext uri="{FF2B5EF4-FFF2-40B4-BE49-F238E27FC236}">
                <a16:creationId xmlns:a16="http://schemas.microsoft.com/office/drawing/2014/main" id="{F2E17BE7-8AB9-98C1-27AD-FB4D43033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6" t="7399" r="9617" b="6153"/>
          <a:stretch/>
        </p:blipFill>
        <p:spPr bwMode="auto">
          <a:xfrm>
            <a:off x="0" y="323850"/>
            <a:ext cx="17240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37F3CE-FB76-596E-54AF-E760ECCDE497}"/>
              </a:ext>
            </a:extLst>
          </p:cNvPr>
          <p:cNvSpPr txBox="1"/>
          <p:nvPr/>
        </p:nvSpPr>
        <p:spPr>
          <a:xfrm>
            <a:off x="3540403" y="3616945"/>
            <a:ext cx="494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Charlotte Patterson, QUT</a:t>
            </a:r>
          </a:p>
          <a:p>
            <a:pPr algn="ctr"/>
            <a:r>
              <a:rPr lang="en-AU" dirty="0"/>
              <a:t>Scott Forrest, QUT, CSIRO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97BDB3D-EB94-8E51-D39A-047F2B52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93093-B941-4D33-A520-90F924C7D12F}" type="datetime1">
              <a:rPr lang="en-AU" smtClean="0"/>
              <a:t>12/06/2025</a:t>
            </a:fld>
            <a:endParaRPr lang="en-AU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EB8E21E-BB2E-48CD-204D-41260EBC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10D9C06-8470-9815-41C2-FE025C9B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43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5680-2435-2AA8-E4CF-F95DB68D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A28D-11BD-8C50-95D4-513079D8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70DCB-1E22-CBD6-F002-234561D8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D84D9-0224-9D57-0D21-B5C304B1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F21E8-9EC0-EFB6-2397-49BB08D6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</a:t>
            </a:fld>
            <a:endParaRPr lang="en-AU"/>
          </a:p>
        </p:txBody>
      </p:sp>
      <p:pic>
        <p:nvPicPr>
          <p:cNvPr id="7" name="Picture 4" descr="DMRC Indigenous Research Seminar - Digital Media Research Centre">
            <a:extLst>
              <a:ext uri="{FF2B5EF4-FFF2-40B4-BE49-F238E27FC236}">
                <a16:creationId xmlns:a16="http://schemas.microsoft.com/office/drawing/2014/main" id="{48B380A4-A5BD-A1C1-7828-ADD12CF0A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4" b="1161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095E39-5313-D366-0A62-8DE205586E2D}"/>
              </a:ext>
            </a:extLst>
          </p:cNvPr>
          <p:cNvSpPr txBox="1">
            <a:spLocks/>
          </p:cNvSpPr>
          <p:nvPr/>
        </p:nvSpPr>
        <p:spPr>
          <a:xfrm>
            <a:off x="604520" y="4019550"/>
            <a:ext cx="10515600" cy="73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dirty="0">
                <a:solidFill>
                  <a:schemeClr val="bg1"/>
                </a:solidFill>
                <a:latin typeface="Abadi" panose="020B0604020202020204" pitchFamily="34" charset="0"/>
              </a:rPr>
              <a:t>Acknowledgement of Traditional Owners</a:t>
            </a:r>
            <a:endParaRPr lang="en-AU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18E7E0-659B-2F0F-31EC-4D59AD357C1C}"/>
              </a:ext>
            </a:extLst>
          </p:cNvPr>
          <p:cNvSpPr txBox="1">
            <a:spLocks/>
          </p:cNvSpPr>
          <p:nvPr/>
        </p:nvSpPr>
        <p:spPr>
          <a:xfrm>
            <a:off x="604520" y="5119688"/>
            <a:ext cx="10515600" cy="1382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dirty="0">
                <a:solidFill>
                  <a:schemeClr val="bg1"/>
                </a:solidFill>
                <a:latin typeface="Abadi" panose="020B0604020202020204" pitchFamily="34" charset="0"/>
              </a:rPr>
              <a:t>QUT – Turrbal and Yugara</a:t>
            </a:r>
          </a:p>
          <a:p>
            <a:r>
              <a:rPr lang="en-NZ" dirty="0">
                <a:solidFill>
                  <a:schemeClr val="bg1"/>
                </a:solidFill>
                <a:latin typeface="Abadi" panose="020B0604020202020204" pitchFamily="34" charset="0"/>
              </a:rPr>
              <a:t>Lands on which data were collected</a:t>
            </a:r>
          </a:p>
        </p:txBody>
      </p:sp>
    </p:spTree>
    <p:extLst>
      <p:ext uri="{BB962C8B-B14F-4D97-AF65-F5344CB8AC3E}">
        <p14:creationId xmlns:p14="http://schemas.microsoft.com/office/powerpoint/2010/main" val="95764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FF7A-1DA2-2EEA-1E83-E5FC7F39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622D0F-B2EC-BDEA-D811-45572A7B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5" b="5205"/>
          <a:stretch>
            <a:fillRect/>
          </a:stretch>
        </p:blipFill>
        <p:spPr>
          <a:xfrm>
            <a:off x="3403797" y="2203537"/>
            <a:ext cx="2448877" cy="2450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B768E2-B4FB-D5F9-4559-84020FF0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Who are we?</a:t>
            </a:r>
          </a:p>
        </p:txBody>
      </p:sp>
      <p:pic>
        <p:nvPicPr>
          <p:cNvPr id="5" name="Content Placeholder 4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88F5DC24-A784-699A-8E70-E347CE43B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1" r="10468" b="26481"/>
          <a:stretch/>
        </p:blipFill>
        <p:spPr>
          <a:xfrm>
            <a:off x="5852674" y="2203537"/>
            <a:ext cx="2511109" cy="245092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B4E6F-B9CF-BB1E-A6D4-B093862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0126-3103-45E5-B43E-E79CFCADA139}" type="datetime1">
              <a:rPr lang="en-AU" smtClean="0"/>
              <a:t>12/06/2025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0D83B-32C0-D600-B8A4-708578A1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E6D69-87BC-40B9-20EB-684D58D4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3</a:t>
            </a:fld>
            <a:endParaRPr lang="en-A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C225FB-AE9A-9589-3C2B-B7D255EBE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09" y="3630441"/>
            <a:ext cx="2743200" cy="2370910"/>
          </a:xfrm>
          <a:prstGeom prst="rect">
            <a:avLst/>
          </a:prstGeom>
        </p:spPr>
      </p:pic>
      <p:pic>
        <p:nvPicPr>
          <p:cNvPr id="16" name="Picture 15" descr="A snowy mountain with people on it&#10;&#10;AI-generated content may be incorrect.">
            <a:extLst>
              <a:ext uri="{FF2B5EF4-FFF2-40B4-BE49-F238E27FC236}">
                <a16:creationId xmlns:a16="http://schemas.microsoft.com/office/drawing/2014/main" id="{45339067-0713-7E2E-F4FA-982EE8BD9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204" y="3630441"/>
            <a:ext cx="3140826" cy="2093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E95391-E77D-50FF-9092-6AA937904ED9}"/>
              </a:ext>
            </a:extLst>
          </p:cNvPr>
          <p:cNvSpPr txBox="1"/>
          <p:nvPr/>
        </p:nvSpPr>
        <p:spPr>
          <a:xfrm>
            <a:off x="7881796" y="1393114"/>
            <a:ext cx="264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Not koala experts !</a:t>
            </a:r>
          </a:p>
        </p:txBody>
      </p:sp>
    </p:spTree>
    <p:extLst>
      <p:ext uri="{BB962C8B-B14F-4D97-AF65-F5344CB8AC3E}">
        <p14:creationId xmlns:p14="http://schemas.microsoft.com/office/powerpoint/2010/main" val="226589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4119-3186-C60A-7ED1-6BFB8465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B9B5-8D56-7E22-DC7D-3588E8A9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will this workshop run?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67EC3-A3BD-296C-7F49-B0880517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675"/>
            <a:ext cx="10515600" cy="4351338"/>
          </a:xfrm>
        </p:spPr>
        <p:txBody>
          <a:bodyPr>
            <a:normAutofit/>
          </a:bodyPr>
          <a:lstStyle/>
          <a:p>
            <a:r>
              <a:rPr lang="en-AU" dirty="0"/>
              <a:t>Workshop outline:</a:t>
            </a:r>
          </a:p>
          <a:p>
            <a:pPr lvl="1"/>
            <a:r>
              <a:rPr lang="en-AU" dirty="0"/>
              <a:t>Intro to SDMs</a:t>
            </a:r>
          </a:p>
          <a:p>
            <a:pPr lvl="1"/>
            <a:r>
              <a:rPr lang="en-AU" dirty="0"/>
              <a:t>(Some) Koala ecology </a:t>
            </a:r>
          </a:p>
          <a:p>
            <a:pPr lvl="1"/>
            <a:r>
              <a:rPr lang="en-AU" dirty="0"/>
              <a:t>Coded example of SDM workflow </a:t>
            </a:r>
          </a:p>
          <a:p>
            <a:pPr lvl="2"/>
            <a:r>
              <a:rPr lang="en-AU" sz="1600" dirty="0"/>
              <a:t>https:// geospatial-community.github.io/</a:t>
            </a:r>
            <a:r>
              <a:rPr lang="en-AU" sz="1600" dirty="0" err="1"/>
              <a:t>ICCB_geospatial_tools_conservation</a:t>
            </a:r>
            <a:endParaRPr lang="en-AU" dirty="0"/>
          </a:p>
          <a:p>
            <a:endParaRPr lang="en-AU" dirty="0"/>
          </a:p>
          <a:p>
            <a:r>
              <a:rPr lang="en-AU" dirty="0"/>
              <a:t>Look out for:</a:t>
            </a:r>
          </a:p>
          <a:p>
            <a:pPr lvl="1"/>
            <a:r>
              <a:rPr lang="en-AU" dirty="0"/>
              <a:t>Spots where careful thought is needed for your SDM application</a:t>
            </a:r>
          </a:p>
          <a:p>
            <a:pPr lvl="1"/>
            <a:r>
              <a:rPr lang="en-AU" dirty="0"/>
              <a:t>Key messages</a:t>
            </a:r>
          </a:p>
          <a:p>
            <a:pPr lvl="1"/>
            <a:r>
              <a:rPr lang="en-AU" dirty="0"/>
              <a:t>Foundational resources</a:t>
            </a:r>
          </a:p>
          <a:p>
            <a:pPr marL="914400" lvl="2" indent="0">
              <a:buNone/>
            </a:pPr>
            <a:endParaRPr lang="en-AU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580B5-9483-FD5F-1580-0061BF11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6ED2-BA27-44C0-956F-75B0CE6030F8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89E93-5D6A-25CB-B657-88DDB24C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ABA1E-2C4A-EE81-DDB8-0AE03E10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4</a:t>
            </a:fld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A2F0F1-CC59-10A9-A7EB-AC7B16DF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161" y="3447106"/>
            <a:ext cx="423776" cy="398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A940CB-7100-A997-1F53-514BE0873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44" y="4836878"/>
            <a:ext cx="301488" cy="3014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A519F0-D23F-B705-814F-A1BC74B32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718" y="5138366"/>
            <a:ext cx="458443" cy="4584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D822BC-FB2E-703C-FF5F-727D0A374E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841"/>
          <a:stretch>
            <a:fillRect/>
          </a:stretch>
        </p:blipFill>
        <p:spPr>
          <a:xfrm flipH="1">
            <a:off x="1170911" y="5623968"/>
            <a:ext cx="420373" cy="3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0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4547-DAF6-4668-98BF-70EE941A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33469-FC0D-A041-5CEE-2C40B4B1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82370-F4CA-96FD-7B9D-EC5DCC0F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DC052-714C-ABEF-8D69-B374C62A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5</a:t>
            </a:fld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74ED5A-CE36-0245-EF3A-3E952BFF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sz="4000" dirty="0"/>
              <a:t>Where have we been and where are we headed?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12E39C-BF3B-C4E1-3B9E-5DE6503BC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354793"/>
              </p:ext>
            </p:extLst>
          </p:nvPr>
        </p:nvGraphicFramePr>
        <p:xfrm>
          <a:off x="538162" y="1690688"/>
          <a:ext cx="11115675" cy="2347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3135">
                  <a:extLst>
                    <a:ext uri="{9D8B030D-6E8A-4147-A177-3AD203B41FA5}">
                      <a16:colId xmlns:a16="http://schemas.microsoft.com/office/drawing/2014/main" val="3997745817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2619779382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3805414486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951778158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4082001275"/>
                    </a:ext>
                  </a:extLst>
                </a:gridCol>
              </a:tblGrid>
              <a:tr h="527377">
                <a:tc>
                  <a:txBody>
                    <a:bodyPr/>
                    <a:lstStyle/>
                    <a:p>
                      <a:r>
                        <a:rPr lang="en-AU" dirty="0"/>
                        <a:t>Session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864431"/>
                  </a:ext>
                </a:extLst>
              </a:tr>
              <a:tr h="910267">
                <a:tc>
                  <a:txBody>
                    <a:bodyPr/>
                    <a:lstStyle/>
                    <a:p>
                      <a:r>
                        <a:rPr lang="en-AU" dirty="0"/>
                        <a:t>Intro to geospatial data and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Downscaled climate projections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Koala SDMs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Spatial conservation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Making maps with QGIS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999135"/>
                  </a:ext>
                </a:extLst>
              </a:tr>
              <a:tr h="910267">
                <a:tc>
                  <a:txBody>
                    <a:bodyPr/>
                    <a:lstStyle/>
                    <a:p>
                      <a:r>
                        <a:rPr lang="en-AU" sz="1400" dirty="0"/>
                        <a:t>Jason Flower, Mitch Rudge, Catherine Kim, EcoCommons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Ralph Trancoso, Sarah Chapman, Rohan Eccles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Charlotte Patterson, Scott Forrest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Brooke Williams, Caitie Kuemple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Emma Hain, Nyall Dawson, Jason Flower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5303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B96D3D3-793D-35D6-FB91-2130F64D4A36}"/>
              </a:ext>
            </a:extLst>
          </p:cNvPr>
          <p:cNvSpPr/>
          <p:nvPr/>
        </p:nvSpPr>
        <p:spPr>
          <a:xfrm>
            <a:off x="4933949" y="1650998"/>
            <a:ext cx="2311401" cy="2413001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5" descr="Koala - Aussie Ark | Conservation Program">
            <a:extLst>
              <a:ext uri="{FF2B5EF4-FFF2-40B4-BE49-F238E27FC236}">
                <a16:creationId xmlns:a16="http://schemas.microsoft.com/office/drawing/2014/main" id="{2D5C6B97-9380-E893-34C4-EF4440EFE5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3"/>
          <a:stretch/>
        </p:blipFill>
        <p:spPr bwMode="auto">
          <a:xfrm rot="205309">
            <a:off x="8959984" y="4391388"/>
            <a:ext cx="3075584" cy="262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1DA89AD9-97DF-3661-E26B-2B719B92C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20334">
            <a:off x="10975326" y="4827561"/>
            <a:ext cx="348728" cy="34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D2E95CAF-E859-2A8E-E2DD-2555DAD81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8199">
            <a:off x="9791207" y="5221558"/>
            <a:ext cx="371621" cy="37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8F8DB8-844C-BBEE-C201-EA5D1285CDF5}"/>
              </a:ext>
            </a:extLst>
          </p:cNvPr>
          <p:cNvSpPr/>
          <p:nvPr/>
        </p:nvSpPr>
        <p:spPr>
          <a:xfrm rot="21173924">
            <a:off x="10163069" y="3876492"/>
            <a:ext cx="86090" cy="822681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2DF1D7-CA36-6E9E-B800-C85CF81D398B}"/>
              </a:ext>
            </a:extLst>
          </p:cNvPr>
          <p:cNvSpPr/>
          <p:nvPr/>
        </p:nvSpPr>
        <p:spPr>
          <a:xfrm rot="21173924">
            <a:off x="10519678" y="3798445"/>
            <a:ext cx="86090" cy="822681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DDE48AA-421E-B60E-CFFB-6E40BBF64427}"/>
              </a:ext>
            </a:extLst>
          </p:cNvPr>
          <p:cNvSpPr/>
          <p:nvPr/>
        </p:nvSpPr>
        <p:spPr>
          <a:xfrm rot="21173924">
            <a:off x="10875402" y="3833192"/>
            <a:ext cx="86090" cy="822681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E1DBE-D5A5-3A8F-FCBB-5B52F2DEDC3C}"/>
              </a:ext>
            </a:extLst>
          </p:cNvPr>
          <p:cNvSpPr txBox="1"/>
          <p:nvPr/>
        </p:nvSpPr>
        <p:spPr>
          <a:xfrm>
            <a:off x="1482233" y="4844146"/>
            <a:ext cx="6845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AU" i="1" dirty="0"/>
              <a:t>Where are we going to place protected areas to secure future populations of koalas under climate change scenarios? </a:t>
            </a:r>
          </a:p>
        </p:txBody>
      </p:sp>
    </p:spTree>
    <p:extLst>
      <p:ext uri="{BB962C8B-B14F-4D97-AF65-F5344CB8AC3E}">
        <p14:creationId xmlns:p14="http://schemas.microsoft.com/office/powerpoint/2010/main" val="69962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660A-6ECB-2C03-2F4B-F3F3E94D0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5C0E-3B7B-CEE3-81B6-41841B2E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7A87-ECBE-744E-E5AE-4A5982C2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6</a:t>
            </a:fld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38D116-C14E-0A75-4016-6D68B692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Take home message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9FF239-7731-BFE4-1879-BC0558480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/>
              <a:t>Modelling is often more art than science. There are many ways to model species, none of them the ‘right way’. Some can, however, be more appropriate for a study question or species.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We make many decisions along the way and need to be transparent and clear about these decisions.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5CEE6-05A5-F77D-4BF4-970095DE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7" y="2023974"/>
            <a:ext cx="458443" cy="458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01B399-3916-8FF1-7296-E2A326D33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6" y="3461374"/>
            <a:ext cx="458443" cy="45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8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69B7-30DF-647B-C0D8-7C51500F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0A4D-50FF-1253-1551-5BCB3784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496"/>
            <a:ext cx="10515600" cy="1325563"/>
          </a:xfrm>
        </p:spPr>
        <p:txBody>
          <a:bodyPr/>
          <a:lstStyle/>
          <a:p>
            <a:r>
              <a:rPr lang="en-AU" dirty="0"/>
              <a:t>The SDM question: Where are species and why are they distributed as they are?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F1BB-BDB8-1E26-D07D-3A357E6C4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28" y="1754059"/>
            <a:ext cx="12376087" cy="4266682"/>
          </a:xfrm>
        </p:spPr>
        <p:txBody>
          <a:bodyPr/>
          <a:lstStyle/>
          <a:p>
            <a:pPr marL="0" indent="0">
              <a:buNone/>
            </a:pPr>
            <a:r>
              <a:rPr lang="en-AU" i="1" dirty="0"/>
              <a:t>Ecological Niche Models; Habitat Suitability Models; Climate Envelope Models</a:t>
            </a:r>
          </a:p>
          <a:p>
            <a:endParaRPr lang="en-AU" i="1" dirty="0"/>
          </a:p>
          <a:p>
            <a:pPr marL="0" indent="0">
              <a:buNone/>
            </a:pPr>
            <a:endParaRPr lang="en-AU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42EC7-FAE9-0998-56CA-51B8E475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7946-D840-4E95-856F-0C8C37803CB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46427-F555-D915-BBBA-FF3EEDEF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FD137-AB7F-0E03-8D01-9F4BD869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7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57BDC-76B7-6060-5C5B-490D9D32A2E5}"/>
              </a:ext>
            </a:extLst>
          </p:cNvPr>
          <p:cNvSpPr txBox="1"/>
          <p:nvPr/>
        </p:nvSpPr>
        <p:spPr>
          <a:xfrm>
            <a:off x="838200" y="5526826"/>
            <a:ext cx="12624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Guisan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(2017). </a:t>
            </a:r>
            <a:r>
              <a:rPr lang="en-AU" sz="1600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Habitat suitability and distribution models: with applications in R</a:t>
            </a:r>
            <a:r>
              <a:rPr lang="en-AU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Cambridge University Press.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4E770B-B9EA-296E-265D-E5930879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41"/>
          <a:stretch>
            <a:fillRect/>
          </a:stretch>
        </p:blipFill>
        <p:spPr>
          <a:xfrm flipH="1">
            <a:off x="417827" y="5526826"/>
            <a:ext cx="420373" cy="3832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D2A606-C9E4-65E9-57E5-9651C2A7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916" y="2803539"/>
            <a:ext cx="1895947" cy="20174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65CBA4-EB78-22F9-6CEA-EA59A4756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006" y="2765062"/>
            <a:ext cx="2675084" cy="22335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9A30B0-E742-AD13-1E2B-7C2C8A2D17F0}"/>
              </a:ext>
            </a:extLst>
          </p:cNvPr>
          <p:cNvSpPr txBox="1"/>
          <p:nvPr/>
        </p:nvSpPr>
        <p:spPr>
          <a:xfrm>
            <a:off x="4916823" y="5035626"/>
            <a:ext cx="82816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800" dirty="0"/>
              <a:t>http://www.zo.utexas.edu/courses/bio373/chapters/Chapter13/Chapter13.html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6E0186-74B4-90F1-9235-281F54505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441" y="2765062"/>
            <a:ext cx="2608603" cy="23564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5A7D388-0C2E-B3BD-0258-71F07E7E2A4D}"/>
              </a:ext>
            </a:extLst>
          </p:cNvPr>
          <p:cNvSpPr txBox="1"/>
          <p:nvPr/>
        </p:nvSpPr>
        <p:spPr>
          <a:xfrm>
            <a:off x="10308691" y="5111415"/>
            <a:ext cx="4145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800" dirty="0" err="1"/>
              <a:t>Takola</a:t>
            </a:r>
            <a:r>
              <a:rPr lang="en-AU" sz="800" dirty="0"/>
              <a:t> &amp; </a:t>
            </a:r>
            <a:r>
              <a:rPr lang="en-AU" sz="800" dirty="0" err="1"/>
              <a:t>Schielzeth</a:t>
            </a:r>
            <a:r>
              <a:rPr lang="en-AU" sz="800" dirty="0"/>
              <a:t> (2022)</a:t>
            </a:r>
          </a:p>
        </p:txBody>
      </p:sp>
    </p:spTree>
    <p:extLst>
      <p:ext uri="{BB962C8B-B14F-4D97-AF65-F5344CB8AC3E}">
        <p14:creationId xmlns:p14="http://schemas.microsoft.com/office/powerpoint/2010/main" val="6501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A238-01FE-B223-1BEE-697B453A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97E2-6266-7B96-ACA2-48E68DDD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496"/>
            <a:ext cx="10515600" cy="1325563"/>
          </a:xfrm>
        </p:spPr>
        <p:txBody>
          <a:bodyPr/>
          <a:lstStyle/>
          <a:p>
            <a:r>
              <a:rPr lang="en-AU" dirty="0"/>
              <a:t>The SDM question: Where are species and why are they distributed as they are?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842E1-FF8E-C1C1-B0F0-7E2168D49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28" y="1754059"/>
            <a:ext cx="12376087" cy="4266682"/>
          </a:xfrm>
        </p:spPr>
        <p:txBody>
          <a:bodyPr/>
          <a:lstStyle/>
          <a:p>
            <a:pPr marL="0" indent="0">
              <a:buNone/>
            </a:pPr>
            <a:r>
              <a:rPr lang="en-AU" i="1" dirty="0"/>
              <a:t>Ecological Niche Models; Habitat Suitability Models; Climate Envelope Models</a:t>
            </a:r>
          </a:p>
          <a:p>
            <a:endParaRPr lang="en-AU" i="1" dirty="0"/>
          </a:p>
          <a:p>
            <a:pPr marL="0" indent="0">
              <a:buNone/>
            </a:pPr>
            <a:endParaRPr lang="en-AU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A6327-6B6F-D26C-C970-72589B8C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7946-D840-4E95-856F-0C8C37803CB7}" type="datetime1">
              <a:rPr lang="en-AU" smtClean="0"/>
              <a:t>12/06/2025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706F-B801-4F75-8550-CED4405E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53E7E-F30E-E6FE-DD21-76FFA1FD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AF58-744B-3EB5-2FAA-0A1D077349AF}"/>
              </a:ext>
            </a:extLst>
          </p:cNvPr>
          <p:cNvSpPr txBox="1"/>
          <p:nvPr/>
        </p:nvSpPr>
        <p:spPr>
          <a:xfrm>
            <a:off x="838200" y="5526826"/>
            <a:ext cx="12624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Guisan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(2017). </a:t>
            </a:r>
            <a:r>
              <a:rPr lang="en-AU" sz="1600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Habitat suitability and distribution models: with applications in R</a:t>
            </a:r>
            <a:r>
              <a:rPr lang="en-AU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Cambridge University Press.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D0938-F96B-4F5B-C582-DD70BE33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5"/>
          <a:stretch>
            <a:fillRect/>
          </a:stretch>
        </p:blipFill>
        <p:spPr>
          <a:xfrm>
            <a:off x="4532554" y="2382365"/>
            <a:ext cx="3245238" cy="3095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F171FE-18A0-3C35-DDA2-3903B17A8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00" b="99250" l="3500" r="99250">
                        <a14:foregroundMark x1="12750" y1="28500" x2="23500" y2="15000"/>
                        <a14:foregroundMark x1="70500" y1="16500" x2="84000" y2="13000"/>
                        <a14:foregroundMark x1="84500" y1="25500" x2="88000" y2="14000"/>
                        <a14:foregroundMark x1="67500" y1="23250" x2="68750" y2="12750"/>
                        <a14:foregroundMark x1="61250" y1="23250" x2="61250" y2="12750"/>
                        <a14:foregroundMark x1="54000" y1="22750" x2="52750" y2="12000"/>
                        <a14:foregroundMark x1="30500" y1="20000" x2="38750" y2="9000"/>
                        <a14:foregroundMark x1="28500" y1="28750" x2="33250" y2="15000"/>
                        <a14:foregroundMark x1="17750" y1="36500" x2="18750" y2="22000"/>
                        <a14:foregroundMark x1="9500" y1="45750" x2="11000" y2="27250"/>
                        <a14:foregroundMark x1="11000" y1="50750" x2="26250" y2="30500"/>
                        <a14:foregroundMark x1="10500" y1="21500" x2="15000" y2="10500"/>
                        <a14:foregroundMark x1="6500" y1="80750" x2="6750" y2="41500"/>
                        <a14:foregroundMark x1="12250" y1="87250" x2="56750" y2="82750"/>
                        <a14:foregroundMark x1="80500" y1="87500" x2="99250" y2="83750"/>
                        <a14:foregroundMark x1="99250" y1="83750" x2="99250" y2="83750"/>
                        <a14:foregroundMark x1="91250" y1="75750" x2="97250" y2="56750"/>
                        <a14:foregroundMark x1="95250" y1="31500" x2="92250" y2="17250"/>
                        <a14:foregroundMark x1="87000" y1="37750" x2="84500" y2="25750"/>
                        <a14:foregroundMark x1="83750" y1="9750" x2="90000" y2="4500"/>
                        <a14:foregroundMark x1="44500" y1="15750" x2="50250" y2="15000"/>
                        <a14:foregroundMark x1="83750" y1="81500" x2="67250" y2="86000"/>
                        <a14:foregroundMark x1="23250" y1="82250" x2="46500" y2="85000"/>
                        <a14:foregroundMark x1="60250" y1="81000" x2="70500" y2="89750"/>
                        <a14:foregroundMark x1="25500" y1="11750" x2="60500" y2="4500"/>
                        <a14:foregroundMark x1="14750" y1="8750" x2="44000" y2="4250"/>
                        <a14:foregroundMark x1="33500" y1="87000" x2="81000" y2="89250"/>
                        <a14:foregroundMark x1="17000" y1="86000" x2="3500" y2="91500"/>
                        <a14:foregroundMark x1="6750" y1="17000" x2="7000" y2="5500"/>
                        <a14:foregroundMark x1="75000" y1="8250" x2="86750" y2="2000"/>
                        <a14:foregroundMark x1="32500" y1="88500" x2="79000" y2="94000"/>
                        <a14:foregroundMark x1="40500" y1="92750" x2="28750" y2="93250"/>
                        <a14:foregroundMark x1="88500" y1="84250" x2="91500" y2="93000"/>
                        <a14:foregroundMark x1="26750" y1="89750" x2="13250" y2="94500"/>
                        <a14:foregroundMark x1="48500" y1="92250" x2="68000" y2="92750"/>
                        <a14:foregroundMark x1="89750" y1="94500" x2="96750" y2="93500"/>
                        <a14:foregroundMark x1="73500" y1="94500" x2="83750" y2="96250"/>
                        <a14:foregroundMark x1="51250" y1="95750" x2="69750" y2="92750"/>
                        <a14:foregroundMark x1="37500" y1="95250" x2="48000" y2="94000"/>
                        <a14:foregroundMark x1="25750" y1="95750" x2="35250" y2="99250"/>
                      </a14:backgroundRemoval>
                    </a14:imgEffect>
                  </a14:imgLayer>
                </a14:imgProps>
              </a:ext>
            </a:extLst>
          </a:blip>
          <a:srcRect b="4547"/>
          <a:stretch>
            <a:fillRect/>
          </a:stretch>
        </p:blipFill>
        <p:spPr>
          <a:xfrm>
            <a:off x="4532553" y="2330349"/>
            <a:ext cx="3348773" cy="319647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96BE1A1-EBED-F06A-D544-C3DCD6EA61EC}"/>
              </a:ext>
            </a:extLst>
          </p:cNvPr>
          <p:cNvGrpSpPr/>
          <p:nvPr/>
        </p:nvGrpSpPr>
        <p:grpSpPr>
          <a:xfrm>
            <a:off x="5900336" y="3431825"/>
            <a:ext cx="1436369" cy="1328419"/>
            <a:chOff x="3138475" y="3637102"/>
            <a:chExt cx="1436369" cy="1328419"/>
          </a:xfrm>
        </p:grpSpPr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4D08079-AFA3-C0CC-1851-3B3F7A2F2466}"/>
                </a:ext>
              </a:extLst>
            </p:cNvPr>
            <p:cNvSpPr/>
            <p:nvPr/>
          </p:nvSpPr>
          <p:spPr>
            <a:xfrm>
              <a:off x="4064676" y="3736853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2CDC72E3-64A9-D300-FE47-E9B64E470142}"/>
                </a:ext>
              </a:extLst>
            </p:cNvPr>
            <p:cNvSpPr/>
            <p:nvPr/>
          </p:nvSpPr>
          <p:spPr>
            <a:xfrm>
              <a:off x="3379775" y="39800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3AA5AC58-2781-E8A2-B1E4-B7589D1C23F7}"/>
                </a:ext>
              </a:extLst>
            </p:cNvPr>
            <p:cNvSpPr/>
            <p:nvPr/>
          </p:nvSpPr>
          <p:spPr>
            <a:xfrm>
              <a:off x="3532175" y="41324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E53526FD-EA05-1585-734D-0F8BB3A48BEB}"/>
                </a:ext>
              </a:extLst>
            </p:cNvPr>
            <p:cNvSpPr/>
            <p:nvPr/>
          </p:nvSpPr>
          <p:spPr>
            <a:xfrm>
              <a:off x="3392475" y="439275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B1E67F4D-C85A-9FD2-F590-2202201CAA9D}"/>
                </a:ext>
              </a:extLst>
            </p:cNvPr>
            <p:cNvSpPr/>
            <p:nvPr/>
          </p:nvSpPr>
          <p:spPr>
            <a:xfrm>
              <a:off x="3938575" y="44372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928F831C-26E2-7013-4A05-2D00E71FFF8C}"/>
                </a:ext>
              </a:extLst>
            </p:cNvPr>
            <p:cNvSpPr/>
            <p:nvPr/>
          </p:nvSpPr>
          <p:spPr>
            <a:xfrm>
              <a:off x="3881425" y="42086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Flowchart: Connector 27">
              <a:extLst>
                <a:ext uri="{FF2B5EF4-FFF2-40B4-BE49-F238E27FC236}">
                  <a16:creationId xmlns:a16="http://schemas.microsoft.com/office/drawing/2014/main" id="{05DA30DD-6099-CE89-D900-3CF621E5EE4F}"/>
                </a:ext>
              </a:extLst>
            </p:cNvPr>
            <p:cNvSpPr/>
            <p:nvPr/>
          </p:nvSpPr>
          <p:spPr>
            <a:xfrm>
              <a:off x="3754425" y="42848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EDB5693A-DE48-C220-2697-353011E0DF5E}"/>
                </a:ext>
              </a:extLst>
            </p:cNvPr>
            <p:cNvSpPr/>
            <p:nvPr/>
          </p:nvSpPr>
          <p:spPr>
            <a:xfrm>
              <a:off x="4376725" y="41070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4BB04634-A72C-6A59-74C0-7ED4DF7DE5CB}"/>
                </a:ext>
              </a:extLst>
            </p:cNvPr>
            <p:cNvSpPr/>
            <p:nvPr/>
          </p:nvSpPr>
          <p:spPr>
            <a:xfrm>
              <a:off x="3709975" y="49198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7CDA5765-F65D-B26C-7C4C-478D9A42BB3A}"/>
                </a:ext>
              </a:extLst>
            </p:cNvPr>
            <p:cNvSpPr/>
            <p:nvPr/>
          </p:nvSpPr>
          <p:spPr>
            <a:xfrm>
              <a:off x="3684575" y="47420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E85E905B-D64B-B9EC-3C18-8CE131A6BDA2}"/>
                </a:ext>
              </a:extLst>
            </p:cNvPr>
            <p:cNvSpPr/>
            <p:nvPr/>
          </p:nvSpPr>
          <p:spPr>
            <a:xfrm>
              <a:off x="4008425" y="46277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FD9E5F73-8730-9505-5910-864130BB36D8}"/>
                </a:ext>
              </a:extLst>
            </p:cNvPr>
            <p:cNvSpPr/>
            <p:nvPr/>
          </p:nvSpPr>
          <p:spPr>
            <a:xfrm>
              <a:off x="4148125" y="411335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B555571B-5FAD-F05C-B385-BABD32CC99E1}"/>
                </a:ext>
              </a:extLst>
            </p:cNvPr>
            <p:cNvSpPr/>
            <p:nvPr/>
          </p:nvSpPr>
          <p:spPr>
            <a:xfrm>
              <a:off x="4529125" y="391015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2A66917E-2498-4C33-0FF3-9670E0B711C7}"/>
                </a:ext>
              </a:extLst>
            </p:cNvPr>
            <p:cNvSpPr/>
            <p:nvPr/>
          </p:nvSpPr>
          <p:spPr>
            <a:xfrm>
              <a:off x="3189275" y="429115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65E5B23B-136C-4590-FA34-329E8899598C}"/>
                </a:ext>
              </a:extLst>
            </p:cNvPr>
            <p:cNvSpPr/>
            <p:nvPr/>
          </p:nvSpPr>
          <p:spPr>
            <a:xfrm>
              <a:off x="3138475" y="477375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D093D2AD-D1E5-4631-A9F4-F8ACCE2B504F}"/>
                </a:ext>
              </a:extLst>
            </p:cNvPr>
            <p:cNvSpPr/>
            <p:nvPr/>
          </p:nvSpPr>
          <p:spPr>
            <a:xfrm>
              <a:off x="3151175" y="36371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B85206B8-6F7A-28C4-5167-5B6C3FAD7D77}"/>
                </a:ext>
              </a:extLst>
            </p:cNvPr>
            <p:cNvSpPr/>
            <p:nvPr/>
          </p:nvSpPr>
          <p:spPr>
            <a:xfrm>
              <a:off x="3684575" y="428480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4BE0589B-7FC1-5AF3-A3A6-176DD923D3E1}"/>
                </a:ext>
              </a:extLst>
            </p:cNvPr>
            <p:cNvSpPr/>
            <p:nvPr/>
          </p:nvSpPr>
          <p:spPr>
            <a:xfrm>
              <a:off x="3859835" y="4467682"/>
              <a:ext cx="45719" cy="45719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1C99DF-614B-2472-ED8F-969C071F41C5}"/>
              </a:ext>
            </a:extLst>
          </p:cNvPr>
          <p:cNvCxnSpPr>
            <a:cxnSpLocks/>
          </p:cNvCxnSpPr>
          <p:nvPr/>
        </p:nvCxnSpPr>
        <p:spPr>
          <a:xfrm>
            <a:off x="4646284" y="2816111"/>
            <a:ext cx="1212170" cy="711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FE901A7-814A-54D3-B446-5A2CCACEE21F}"/>
              </a:ext>
            </a:extLst>
          </p:cNvPr>
          <p:cNvSpPr txBox="1"/>
          <p:nvPr/>
        </p:nvSpPr>
        <p:spPr>
          <a:xfrm>
            <a:off x="3127281" y="2282452"/>
            <a:ext cx="1513019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b="1" i="1" dirty="0"/>
              <a:t>Environmental variables</a:t>
            </a:r>
          </a:p>
          <a:p>
            <a:r>
              <a:rPr lang="en-AU" sz="1400" i="1" dirty="0"/>
              <a:t>-Soil moisture  </a:t>
            </a:r>
          </a:p>
          <a:p>
            <a:r>
              <a:rPr lang="en-AU" sz="1400" i="1" dirty="0"/>
              <a:t>-Temperature</a:t>
            </a:r>
          </a:p>
          <a:p>
            <a:r>
              <a:rPr lang="en-AU" sz="1400" i="1" dirty="0"/>
              <a:t>etc.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48D354-CA3D-5C52-526F-1E7CCB1BD6FC}"/>
              </a:ext>
            </a:extLst>
          </p:cNvPr>
          <p:cNvSpPr txBox="1"/>
          <p:nvPr/>
        </p:nvSpPr>
        <p:spPr>
          <a:xfrm>
            <a:off x="4567205" y="5169737"/>
            <a:ext cx="3453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Interpolated probability of spp. presence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0C20EBC-01BD-B39F-A0AF-74620AD96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0164" y="4391417"/>
            <a:ext cx="516673" cy="63082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3A4DEDD-31C0-561C-4C0B-B3E6512F1B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622" y="4380737"/>
            <a:ext cx="1261981" cy="71329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C9B030D-57F7-64E2-5FFA-59F8C4F3A4C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841"/>
          <a:stretch>
            <a:fillRect/>
          </a:stretch>
        </p:blipFill>
        <p:spPr>
          <a:xfrm flipH="1">
            <a:off x="417827" y="5526826"/>
            <a:ext cx="420373" cy="38321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6818D28-507E-95D9-99EC-790CC37BEC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239" y="2741853"/>
            <a:ext cx="1895947" cy="201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9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028E-EA36-DEAB-D8CA-6B389370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FE74C-5925-E75A-407B-2E22EA6C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B7C5-F019-663B-8EA2-AF60612A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2085E-B7D5-3462-1F29-EA733843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9</a:t>
            </a:fld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688555-C5E9-B2F4-F78C-85217261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An SDM workflow</a:t>
            </a:r>
          </a:p>
        </p:txBody>
      </p:sp>
      <p:pic>
        <p:nvPicPr>
          <p:cNvPr id="2" name="Content Placeholder 11">
            <a:extLst>
              <a:ext uri="{FF2B5EF4-FFF2-40B4-BE49-F238E27FC236}">
                <a16:creationId xmlns:a16="http://schemas.microsoft.com/office/drawing/2014/main" id="{78C29C9C-8A24-A02C-9AED-F2F96388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41" y="2043861"/>
            <a:ext cx="4619111" cy="2401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5B4120-73B3-756E-AC72-11EB422E2BF1}"/>
              </a:ext>
            </a:extLst>
          </p:cNvPr>
          <p:cNvSpPr txBox="1"/>
          <p:nvPr/>
        </p:nvSpPr>
        <p:spPr>
          <a:xfrm>
            <a:off x="1410077" y="5579694"/>
            <a:ext cx="10377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Zurell</a:t>
            </a:r>
            <a:r>
              <a:rPr lang="en-AU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et al. (2020). </a:t>
            </a:r>
            <a:r>
              <a:rPr lang="en-AU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standard protocol for reporting species distribution models.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16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Ecography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F8EF2C-1A99-19E7-0001-1E902A77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41"/>
          <a:stretch>
            <a:fillRect/>
          </a:stretch>
        </p:blipFill>
        <p:spPr>
          <a:xfrm flipH="1">
            <a:off x="913952" y="5579694"/>
            <a:ext cx="420373" cy="3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6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7E36-6B04-780B-5110-B56BA598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154"/>
            <a:ext cx="10515600" cy="1156534"/>
          </a:xfrm>
        </p:spPr>
        <p:txBody>
          <a:bodyPr>
            <a:normAutofit fontScale="90000"/>
          </a:bodyPr>
          <a:lstStyle/>
          <a:p>
            <a:r>
              <a:rPr lang="en-AU" dirty="0"/>
              <a:t>Conceptualisation: Some questions to ask yourself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B7528-E92B-AE50-F708-2EA699DB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CCBB-260A-3A5F-4A05-EABAC7D1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123A-DDF4-C97F-2926-17EFE90D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10</a:t>
            </a:fld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B2B7AB-38E2-B97C-046A-7A1A4AE1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AU" dirty="0"/>
              <a:t>What is the aim of my model? </a:t>
            </a:r>
          </a:p>
          <a:p>
            <a:r>
              <a:rPr lang="en-AU" dirty="0"/>
              <a:t>Explanation</a:t>
            </a:r>
          </a:p>
          <a:p>
            <a:r>
              <a:rPr lang="en-AU" dirty="0"/>
              <a:t>Mapping</a:t>
            </a:r>
          </a:p>
          <a:p>
            <a:r>
              <a:rPr lang="en-AU" dirty="0"/>
              <a:t>Transfer (spatial and/or temporal)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101D6-BE88-0668-6076-B23B580EB344}"/>
              </a:ext>
            </a:extLst>
          </p:cNvPr>
          <p:cNvSpPr/>
          <p:nvPr/>
        </p:nvSpPr>
        <p:spPr>
          <a:xfrm>
            <a:off x="1122629" y="3367888"/>
            <a:ext cx="5173396" cy="4617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04E90-0FC5-D836-F826-469845DF2FBE}"/>
              </a:ext>
            </a:extLst>
          </p:cNvPr>
          <p:cNvSpPr txBox="1"/>
          <p:nvPr/>
        </p:nvSpPr>
        <p:spPr>
          <a:xfrm>
            <a:off x="-99589" y="5565027"/>
            <a:ext cx="10980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Araújo et al. (2019). </a:t>
            </a:r>
            <a:r>
              <a:rPr lang="en-AU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Standards for distribution models in biodiversity assessments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 advances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DC08CC-F429-1FB1-2520-6491D8A6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667054-DF4D-36AD-A542-3CE62737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41"/>
          <a:stretch>
            <a:fillRect/>
          </a:stretch>
        </p:blipFill>
        <p:spPr>
          <a:xfrm flipH="1">
            <a:off x="514349" y="5520371"/>
            <a:ext cx="420373" cy="3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5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EBA8-B1B2-DD53-0907-0572EDB7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43E9-8FA6-1895-9BCD-124E4BDC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154"/>
            <a:ext cx="10515600" cy="1156534"/>
          </a:xfrm>
        </p:spPr>
        <p:txBody>
          <a:bodyPr>
            <a:normAutofit fontScale="90000"/>
          </a:bodyPr>
          <a:lstStyle/>
          <a:p>
            <a:r>
              <a:rPr lang="en-AU" dirty="0"/>
              <a:t>Conceptualisation: Some questions to ask yourself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7D559-70E7-066D-C6C5-F0D1EB99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46CA9-BEC0-C28C-4DC2-27DA353F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1E884-E60B-CFC9-5458-AAECCE0A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11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2C1BDF-9C9D-068D-B5D1-BB727A6ED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2. What are my model outputs going to be used for?</a:t>
            </a:r>
          </a:p>
          <a:p>
            <a:r>
              <a:rPr lang="en-AU" dirty="0"/>
              <a:t>Testing hypotheses about a species’ ecology</a:t>
            </a:r>
          </a:p>
          <a:p>
            <a:r>
              <a:rPr lang="en-AU" dirty="0"/>
              <a:t>Spatial prioritisation for protection</a:t>
            </a:r>
          </a:p>
          <a:p>
            <a:r>
              <a:rPr lang="en-AU" dirty="0"/>
              <a:t>Choosing where to survey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D5218-EACB-1CAB-DA92-AE6ADBDD435E}"/>
              </a:ext>
            </a:extLst>
          </p:cNvPr>
          <p:cNvSpPr txBox="1"/>
          <p:nvPr/>
        </p:nvSpPr>
        <p:spPr>
          <a:xfrm>
            <a:off x="4608213" y="5389494"/>
            <a:ext cx="73589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AU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Guillera‐Arroita</a:t>
            </a:r>
            <a:r>
              <a:rPr lang="en-AU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(2015). Is my species distribution model fit for purpose? Matching data and models to applications. </a:t>
            </a:r>
            <a:r>
              <a:rPr lang="en-AU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Global ecology and biogeography</a:t>
            </a:r>
            <a:r>
              <a:rPr lang="en-AU" sz="16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4444A1-34E4-AE09-AD67-B5EFFC60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498E77-9365-6FB9-AA0D-7D05A2507418}"/>
              </a:ext>
            </a:extLst>
          </p:cNvPr>
          <p:cNvSpPr/>
          <p:nvPr/>
        </p:nvSpPr>
        <p:spPr>
          <a:xfrm>
            <a:off x="1122629" y="2860894"/>
            <a:ext cx="5504508" cy="4617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BEE5E-2471-4AD3-7807-F3F70A746405}"/>
              </a:ext>
            </a:extLst>
          </p:cNvPr>
          <p:cNvSpPr txBox="1"/>
          <p:nvPr/>
        </p:nvSpPr>
        <p:spPr>
          <a:xfrm>
            <a:off x="514349" y="5142368"/>
            <a:ext cx="3067052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Clearly defining your model’s purpose guides your workflow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A50D17-1DFD-99B8-9881-41396668B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54" y="5115207"/>
            <a:ext cx="434457" cy="4344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34D832-4A2D-32C1-A839-1F57524986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841"/>
          <a:stretch>
            <a:fillRect/>
          </a:stretch>
        </p:blipFill>
        <p:spPr>
          <a:xfrm flipH="1">
            <a:off x="4398026" y="5489148"/>
            <a:ext cx="420373" cy="3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8156-2E75-552D-9CF5-22A7DD3A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 for modelling a species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AB43-DF47-5B9B-A9FA-88938703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Presence-only </a:t>
            </a:r>
          </a:p>
          <a:p>
            <a:pPr lvl="1"/>
            <a:r>
              <a:rPr lang="en-AU" dirty="0"/>
              <a:t>Occurrence/incidental records</a:t>
            </a:r>
          </a:p>
          <a:p>
            <a:pPr lvl="1"/>
            <a:r>
              <a:rPr lang="en-AU" dirty="0"/>
              <a:t>Citizen science databases</a:t>
            </a:r>
          </a:p>
          <a:p>
            <a:pPr marL="457200" lvl="1" indent="0">
              <a:buNone/>
            </a:pPr>
            <a:endParaRPr lang="en-AU" dirty="0"/>
          </a:p>
          <a:p>
            <a:r>
              <a:rPr lang="en-AU" dirty="0"/>
              <a:t>Presence-absence </a:t>
            </a:r>
          </a:p>
          <a:p>
            <a:pPr lvl="1"/>
            <a:r>
              <a:rPr lang="en-AU" dirty="0"/>
              <a:t>Systematic surveys</a:t>
            </a:r>
          </a:p>
          <a:p>
            <a:pPr lvl="1"/>
            <a:r>
              <a:rPr lang="en-AU" dirty="0"/>
              <a:t>Atlases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71929-189E-1699-DB71-384B3C13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0C1C-36A1-D0AF-D7DC-996B5DAD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8F61-7B52-DF5A-BF7A-5602F450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12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DA767-6AA7-00CC-DC3B-ED0C392D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C0750F-AE16-D1AD-D706-D3DA6C24A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34" y="2494757"/>
            <a:ext cx="2562225" cy="2514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52ACA-F98B-403D-7D7F-F41AC242F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5092" y="3357041"/>
            <a:ext cx="1021919" cy="6442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4DDE47-BAE7-B898-14CD-19830C6E5F97}"/>
              </a:ext>
            </a:extLst>
          </p:cNvPr>
          <p:cNvSpPr txBox="1"/>
          <p:nvPr/>
        </p:nvSpPr>
        <p:spPr>
          <a:xfrm>
            <a:off x="514348" y="5142368"/>
            <a:ext cx="3351481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Your data limit what is possible with SDMs. Prioritise quality over quantity.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85840E-F7A6-9CDB-6ABA-96C7F809E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54" y="5115207"/>
            <a:ext cx="434457" cy="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5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CCAC-2CB4-3308-9EFF-01B57849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Koala data from the ALA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CABC3-B6D7-9F0C-9255-B862C1B5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7AF4-B6B0-36EF-5F75-BE861F33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97DB6-8140-83DB-CE2C-5B2773F7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13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D428F-357B-9F1A-16CB-D2B25067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5131914"/>
            <a:ext cx="4106312" cy="59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69881E-7528-67FB-3821-F1382A0B3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1741" y="4157803"/>
            <a:ext cx="1596756" cy="1839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348880-94D0-E02B-8797-DA828CD50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27" y="4277179"/>
            <a:ext cx="1662398" cy="8004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941567-C59B-17F3-7C92-0A95C282BD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154" t="6231" r="13522" b="-3072"/>
          <a:stretch/>
        </p:blipFill>
        <p:spPr>
          <a:xfrm>
            <a:off x="2652498" y="1468010"/>
            <a:ext cx="4106311" cy="3346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14B05-3F44-D876-F219-8A6757AAF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496" y="4675985"/>
            <a:ext cx="2767344" cy="1210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36CB34-B4B8-46B0-28E2-BC01F1419966}"/>
              </a:ext>
            </a:extLst>
          </p:cNvPr>
          <p:cNvSpPr txBox="1"/>
          <p:nvPr/>
        </p:nvSpPr>
        <p:spPr>
          <a:xfrm>
            <a:off x="8089743" y="504866"/>
            <a:ext cx="6097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/>
              <a:t>https://galah.ala.org.au/R/articles/quick_start_guide.html</a:t>
            </a:r>
          </a:p>
        </p:txBody>
      </p:sp>
    </p:spTree>
    <p:extLst>
      <p:ext uri="{BB962C8B-B14F-4D97-AF65-F5344CB8AC3E}">
        <p14:creationId xmlns:p14="http://schemas.microsoft.com/office/powerpoint/2010/main" val="218636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75AF-BD15-3B5D-242F-9CF010C7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42FF-5914-A87B-43B7-E7D2ADB9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a go: Data preparation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E9A97-5731-9209-CCC2-B0C68330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120B0-4E0A-6FB3-8CA4-F86785E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2D03-3051-8702-B865-D87AA868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ADE61-569E-C225-E291-399C5FEBB723}"/>
              </a:ext>
            </a:extLst>
          </p:cNvPr>
          <p:cNvSpPr txBox="1"/>
          <p:nvPr/>
        </p:nvSpPr>
        <p:spPr>
          <a:xfrm>
            <a:off x="1880858" y="2001197"/>
            <a:ext cx="859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https://geospatial-community.github.io/ICCB_geospatial_tools_conservation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37F14-E3B9-C231-A312-5E0871D4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9" y="1922435"/>
            <a:ext cx="657890" cy="619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49091E-27A6-C8FF-BD37-3B42C5AA8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781" y="2870471"/>
            <a:ext cx="5718256" cy="277526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641BA5-6778-11F1-527B-532992F5E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0789"/>
            <a:ext cx="4774949" cy="3166173"/>
          </a:xfrm>
        </p:spPr>
        <p:txBody>
          <a:bodyPr/>
          <a:lstStyle/>
          <a:p>
            <a:r>
              <a:rPr lang="en-AU" dirty="0"/>
              <a:t>Questions:</a:t>
            </a:r>
          </a:p>
          <a:p>
            <a:pPr lvl="1"/>
            <a:r>
              <a:rPr lang="en-AU" sz="1800" dirty="0"/>
              <a:t>How many koala presences are there in QLD? How about SEQ?</a:t>
            </a:r>
          </a:p>
          <a:p>
            <a:pPr lvl="1"/>
            <a:r>
              <a:rPr lang="en-AU" sz="1800" dirty="0"/>
              <a:t>What sources do the data come from?</a:t>
            </a:r>
          </a:p>
          <a:p>
            <a:pPr lvl="1"/>
            <a:r>
              <a:rPr lang="en-AU" sz="1800" dirty="0"/>
              <a:t>What years are they from?</a:t>
            </a:r>
          </a:p>
        </p:txBody>
      </p:sp>
    </p:spTree>
    <p:extLst>
      <p:ext uri="{BB962C8B-B14F-4D97-AF65-F5344CB8AC3E}">
        <p14:creationId xmlns:p14="http://schemas.microsoft.com/office/powerpoint/2010/main" val="2463835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4D87-2790-22EE-9CF4-C29AA375A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A5B0-4863-AF09-34BA-380BD87C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Background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60B8-49F7-B80D-6924-41A7DD849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Many ‘presence-only’ approaches rely on the selection of background or ‘pseudo-absence’ points</a:t>
            </a:r>
          </a:p>
          <a:p>
            <a:r>
              <a:rPr lang="en-AU" dirty="0"/>
              <a:t>These points are contrasted against environmental conditions where your species was found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5F994-6FBC-537D-B6C7-975225B9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985FA-4DCE-6EB8-B5B3-24CA878C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EFDF2-B3AA-9105-F99B-79629FCE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15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363896-6C1A-FC75-FC82-7A2E031B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EA0070-3DB5-2FCC-DDF1-98EC63E179F5}"/>
              </a:ext>
            </a:extLst>
          </p:cNvPr>
          <p:cNvSpPr txBox="1"/>
          <p:nvPr/>
        </p:nvSpPr>
        <p:spPr>
          <a:xfrm>
            <a:off x="299707" y="4781034"/>
            <a:ext cx="3967117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Background selection is a critical step in presence-only SDMs. Choices reflect your understanding of your study species.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CABEC4-5F94-E869-2A52-C30007550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13" y="4753873"/>
            <a:ext cx="434457" cy="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41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23E4-9CD0-DE98-DEB3-907EF0F5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6B96-54DD-5F2D-6EC7-441083BF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a go: Background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657F-B31C-1192-DF7D-A86227B7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91BFF-5E93-A6E7-7AAE-139B7264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F2813-B305-2AE5-0729-918567C4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0DCDB-9856-D265-2C09-8D9F9C24B5EE}"/>
              </a:ext>
            </a:extLst>
          </p:cNvPr>
          <p:cNvSpPr txBox="1"/>
          <p:nvPr/>
        </p:nvSpPr>
        <p:spPr>
          <a:xfrm>
            <a:off x="1880858" y="2001197"/>
            <a:ext cx="859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https://geospatial-community.github.io/ICCB_geospatial_tools_conservation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060857-D21B-498E-2796-D75F19A6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9" y="1922435"/>
            <a:ext cx="657890" cy="6191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B5BBD4-2134-1221-8CAC-A586C90B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983" y="2976539"/>
            <a:ext cx="4722417" cy="2669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182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A511-31FD-5AC3-E0F4-0AB798BC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Environmental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5C65-1136-8AB4-7DA3-2CCD01A0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3712"/>
          </a:xfrm>
        </p:spPr>
        <p:txBody>
          <a:bodyPr/>
          <a:lstStyle/>
          <a:p>
            <a:r>
              <a:rPr lang="en-AU" dirty="0"/>
              <a:t>Raster data representing covariates that can be used to describe a species’ niche.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F71DF-2461-2FB8-8E6C-6E09C4CC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F59BD-F251-EDB8-DF34-9C1766B1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8F21-42E1-D057-15D4-3F330E61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17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E05D4-5447-EB87-DFDB-DD00AA883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A26B9-B377-E385-459E-E4442C5A1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55" y="2729337"/>
            <a:ext cx="3028950" cy="2800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330B59-EA5B-522F-35EC-957EF977E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378" y="2615037"/>
            <a:ext cx="3028950" cy="302895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503715-9AD5-22D1-0DAF-819CFB5711BC}"/>
              </a:ext>
            </a:extLst>
          </p:cNvPr>
          <p:cNvSpPr txBox="1">
            <a:spLocks/>
          </p:cNvSpPr>
          <p:nvPr/>
        </p:nvSpPr>
        <p:spPr>
          <a:xfrm>
            <a:off x="838200" y="3187275"/>
            <a:ext cx="4784002" cy="2552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Common examples are:</a:t>
            </a:r>
          </a:p>
          <a:p>
            <a:pPr lvl="1"/>
            <a:r>
              <a:rPr lang="en-AU" dirty="0"/>
              <a:t> ‘Bioclim’ variables related to temperature and precipitation</a:t>
            </a:r>
          </a:p>
          <a:p>
            <a:pPr lvl="1"/>
            <a:r>
              <a:rPr lang="en-AU" dirty="0"/>
              <a:t>Topographic variables like elevation</a:t>
            </a:r>
          </a:p>
          <a:p>
            <a:pPr lvl="1"/>
            <a:r>
              <a:rPr lang="en-AU" dirty="0"/>
              <a:t>Satellite-derived measures of vegetation</a:t>
            </a:r>
          </a:p>
        </p:txBody>
      </p:sp>
    </p:spTree>
    <p:extLst>
      <p:ext uri="{BB962C8B-B14F-4D97-AF65-F5344CB8AC3E}">
        <p14:creationId xmlns:p14="http://schemas.microsoft.com/office/powerpoint/2010/main" val="88110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99EA-A475-7A15-3934-30D0B59D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Koala (</a:t>
            </a:r>
            <a:r>
              <a:rPr lang="en-AU" i="1" dirty="0"/>
              <a:t>Phascolarctos cinereus</a:t>
            </a:r>
            <a:r>
              <a:rPr lang="en-A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2C00-C1ED-5786-8984-240EDACC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8475" cy="4351338"/>
          </a:xfrm>
        </p:spPr>
        <p:txBody>
          <a:bodyPr/>
          <a:lstStyle/>
          <a:p>
            <a:r>
              <a:rPr lang="en-AU" dirty="0"/>
              <a:t>Found in open forest and woodland</a:t>
            </a:r>
          </a:p>
          <a:p>
            <a:r>
              <a:rPr lang="en-AU" dirty="0"/>
              <a:t>Dependent on specific feeding trees*</a:t>
            </a:r>
          </a:p>
          <a:p>
            <a:pPr lvl="1"/>
            <a:r>
              <a:rPr lang="en-AU" dirty="0"/>
              <a:t>~ 30 species of </a:t>
            </a:r>
            <a:r>
              <a:rPr lang="en-AU" i="1" dirty="0"/>
              <a:t>Eucalyptus</a:t>
            </a:r>
          </a:p>
          <a:p>
            <a:r>
              <a:rPr lang="en-AU" dirty="0"/>
              <a:t>Sensitive to land-use change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sz="2000" dirty="0"/>
              <a:t>*a spatial layer of these trees can be used as a </a:t>
            </a:r>
            <a:r>
              <a:rPr lang="en-AU" sz="2000" b="1" dirty="0"/>
              <a:t>mask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DC43-AF6D-FA8E-83E2-F95A6372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1FB7-1B40-4AAD-AA24-8C304C5AB33D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E05FD-2126-CE4A-C5B8-716844E7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4FBB1-E5F4-BF39-FA39-CD9CDDF2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18</a:t>
            </a:fld>
            <a:endParaRPr lang="en-A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B02A15-59A8-9427-7B65-6AAF84E603C2}"/>
              </a:ext>
            </a:extLst>
          </p:cNvPr>
          <p:cNvGrpSpPr/>
          <p:nvPr/>
        </p:nvGrpSpPr>
        <p:grpSpPr>
          <a:xfrm>
            <a:off x="8015716" y="1825625"/>
            <a:ext cx="3700034" cy="4087366"/>
            <a:chOff x="7968091" y="1568917"/>
            <a:chExt cx="3700034" cy="40873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03BC68-7298-09EE-3C5C-1ECBC35F9D39}"/>
                </a:ext>
              </a:extLst>
            </p:cNvPr>
            <p:cNvSpPr txBox="1"/>
            <p:nvPr/>
          </p:nvSpPr>
          <p:spPr>
            <a:xfrm>
              <a:off x="7968091" y="5225396"/>
              <a:ext cx="370003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AU" sz="1100" b="1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Photo by DAVID ILIFF. </a:t>
              </a:r>
              <a:r>
                <a:rPr lang="en-AU" sz="1100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License: </a:t>
              </a:r>
              <a:r>
                <a:rPr lang="en-AU" sz="1100" i="0" u="none" strike="noStrike" dirty="0">
                  <a:solidFill>
                    <a:srgbClr val="3366CC"/>
                  </a:solidFill>
                  <a:effectLst/>
                  <a:latin typeface="Arial" panose="020B0604020202020204" pitchFamily="34" charset="0"/>
                  <a:hlinkClick r:id="rId2"/>
                </a:rPr>
                <a:t>https://creativecommons.org/licenses/by-sa/3.0/</a:t>
              </a:r>
              <a:endParaRPr lang="en-AU" sz="1100" dirty="0"/>
            </a:p>
          </p:txBody>
        </p:sp>
        <p:pic>
          <p:nvPicPr>
            <p:cNvPr id="4098" name="Picture 2" descr="undefined">
              <a:extLst>
                <a:ext uri="{FF2B5EF4-FFF2-40B4-BE49-F238E27FC236}">
                  <a16:creationId xmlns:a16="http://schemas.microsoft.com/office/drawing/2014/main" id="{AC6C3ECC-A6A1-F234-38CB-4DAD977CA3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091" y="1568917"/>
              <a:ext cx="3700034" cy="3638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D5FB18D-7463-F76B-B258-182080A2F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52" y="347196"/>
            <a:ext cx="1211098" cy="131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6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D6E6-D5B4-99BE-852A-3B24FF54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743D-B062-6A66-5943-3F6993AA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look at our covariates &amp; explore our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05513-2230-5FAA-0DE7-6AC3FCE2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8F062-92F6-AE0F-AE61-21D90CE7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4E4E-82A3-5337-3151-8F552E68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19</a:t>
            </a:fld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B0523-FA4F-A1DA-3853-64A6720E03AF}"/>
              </a:ext>
            </a:extLst>
          </p:cNvPr>
          <p:cNvSpPr txBox="1"/>
          <p:nvPr/>
        </p:nvSpPr>
        <p:spPr>
          <a:xfrm>
            <a:off x="1880858" y="2001197"/>
            <a:ext cx="859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https://geospatial-community.github.io/ICCB_geospatial_tools_conservation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8224BB-75B1-872C-A05C-2EDA61E4C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9" y="1922435"/>
            <a:ext cx="657890" cy="6191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2B6C43-842F-2032-49BE-086CBCA1C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063" y="2914308"/>
            <a:ext cx="4114800" cy="3084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9177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2AD2-9DEF-106A-6B5A-5213DCC1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Models and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89900-6A1F-5F9F-CFF6-873710384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400" dirty="0"/>
              <a:t>Models differ in their flexibility and interpretability</a:t>
            </a:r>
          </a:p>
          <a:p>
            <a:endParaRPr lang="en-AU" sz="2400" dirty="0"/>
          </a:p>
          <a:p>
            <a:r>
              <a:rPr lang="en-AU" sz="2400" dirty="0"/>
              <a:t>Spectrum from linear to highly non-linear</a:t>
            </a:r>
          </a:p>
          <a:p>
            <a:r>
              <a:rPr lang="en-AU" sz="2400" dirty="0"/>
              <a:t>Different strengths depending on model aim</a:t>
            </a:r>
          </a:p>
          <a:p>
            <a:endParaRPr lang="en-AU" sz="2400" dirty="0"/>
          </a:p>
          <a:p>
            <a:r>
              <a:rPr lang="en-AU" sz="2400" dirty="0"/>
              <a:t>Generalised Linear Model (GLM)</a:t>
            </a:r>
          </a:p>
          <a:p>
            <a:r>
              <a:rPr lang="en-AU" sz="2400" dirty="0"/>
              <a:t>Generalised Additive Model (GAM)</a:t>
            </a:r>
          </a:p>
          <a:p>
            <a:r>
              <a:rPr lang="en-AU" sz="2400" dirty="0"/>
              <a:t>Random Forest (RF)</a:t>
            </a:r>
          </a:p>
          <a:p>
            <a:r>
              <a:rPr lang="en-AU" sz="2400" dirty="0"/>
              <a:t>Maximum entropy modelling (Maxent)</a:t>
            </a:r>
          </a:p>
          <a:p>
            <a:r>
              <a:rPr lang="en-AU" sz="2400" dirty="0"/>
              <a:t>Deep learning approaches</a:t>
            </a:r>
          </a:p>
          <a:p>
            <a:pPr lvl="1"/>
            <a:r>
              <a:rPr lang="en-AU" sz="2000" dirty="0"/>
              <a:t>Convolutional neural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9152-50EA-1D9A-6421-3A922D9B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34E7-3764-9C78-1C50-0138995A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1644B-C52A-6754-2A0D-3C5CECE5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20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CA9ED-1EC4-4124-F69A-2F8BE45E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B5449E-6794-A636-AA52-7456093B5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36" y="2912071"/>
            <a:ext cx="3413690" cy="1473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59E5B0-2DC2-C959-BE39-82BF5A36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598" y="4548219"/>
            <a:ext cx="3361854" cy="1466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A1BEB8-1A25-564C-98C0-6DCC51515CFA}"/>
              </a:ext>
            </a:extLst>
          </p:cNvPr>
          <p:cNvSpPr txBox="1"/>
          <p:nvPr/>
        </p:nvSpPr>
        <p:spPr>
          <a:xfrm>
            <a:off x="7762968" y="681037"/>
            <a:ext cx="3967117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There’s no one ‘right’ model to use – different models are best for different contexts. Sometimes multiple models must to be tried to find the best approach.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85B69D-338A-DEA0-7E60-F72CB714A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074" y="653876"/>
            <a:ext cx="434457" cy="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9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745C-C549-C003-86F1-759E0B0D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0D7D-E71D-2283-71D7-637572FB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 to fit some models!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7397-42EA-4E16-4F76-3C567CE0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7551-0A8E-E023-D0A9-A67E22F1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C3F1A-51D8-56B8-4C84-A355D293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21</a:t>
            </a:fld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8943B-7CA3-0AF5-17CC-F5EBED8B212C}"/>
              </a:ext>
            </a:extLst>
          </p:cNvPr>
          <p:cNvSpPr txBox="1"/>
          <p:nvPr/>
        </p:nvSpPr>
        <p:spPr>
          <a:xfrm>
            <a:off x="1880858" y="2001197"/>
            <a:ext cx="859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https://geospatial-community.github.io/ICCB_geospatial_tools_conservation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ABCC59-DE28-A96C-EA78-A411B5E99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9" y="1922435"/>
            <a:ext cx="657890" cy="619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30690-9569-0486-8AF3-84764DC2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711816"/>
            <a:ext cx="3845173" cy="3329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9457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C677-6ED2-C965-3BF8-DC20BED1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Validating SDMs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2DAF-CE86-F77D-CCA5-BF09E4F5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Cross-validation (CV)</a:t>
            </a:r>
          </a:p>
          <a:p>
            <a:pPr lvl="1"/>
            <a:r>
              <a:rPr lang="en-AU" dirty="0"/>
              <a:t>Hold out a subset of the data to test the model’s predictions against</a:t>
            </a:r>
          </a:p>
          <a:p>
            <a:pPr lvl="1"/>
            <a:r>
              <a:rPr lang="en-AU" dirty="0"/>
              <a:t>Spatial block 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F295D-A9C1-411E-78B2-88121730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3EED8-2E36-7772-953F-93ADD1FD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DC4A-DECE-212C-0D65-B6FEDDB8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22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2ED98-7A5C-ABDE-7222-91555652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15B6B9-64CD-379B-2481-629E11B16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52" y="3209974"/>
            <a:ext cx="6628646" cy="26868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38A741-CBA3-BF1A-5177-FD4CBBF02B79}"/>
              </a:ext>
            </a:extLst>
          </p:cNvPr>
          <p:cNvSpPr txBox="1"/>
          <p:nvPr/>
        </p:nvSpPr>
        <p:spPr>
          <a:xfrm>
            <a:off x="9596673" y="6202461"/>
            <a:ext cx="3349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Valavi et al. (2023)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C76BE-4B72-3F89-FB4D-F42120927710}"/>
              </a:ext>
            </a:extLst>
          </p:cNvPr>
          <p:cNvSpPr txBox="1"/>
          <p:nvPr/>
        </p:nvSpPr>
        <p:spPr>
          <a:xfrm>
            <a:off x="514349" y="5142368"/>
            <a:ext cx="3067052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Truly independent presence-absence data is the gold standard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40385A-9947-E5C3-BA0B-5D2824531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54" y="5115207"/>
            <a:ext cx="434457" cy="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3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0BDC-0C04-A294-3F9E-38C4E952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C65E-F516-C41F-4741-21D1A1E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Validating SDMs –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09A6-84D8-6D01-C711-276B571D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‘Threshold-dependent’ or ‘Threshold-independent’</a:t>
            </a:r>
          </a:p>
          <a:p>
            <a:r>
              <a:rPr lang="en-AU" dirty="0"/>
              <a:t>Calibration (e.g., Boyce Index)</a:t>
            </a:r>
          </a:p>
          <a:p>
            <a:r>
              <a:rPr lang="en-AU" dirty="0"/>
              <a:t>Discrimination (</a:t>
            </a:r>
            <a:r>
              <a:rPr lang="en-AU"/>
              <a:t>e.g., AUC ROC)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A657C-4B90-CA08-E17E-B31E5343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2E33-762D-1732-E28D-1B951B8D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673B-8646-1756-5C59-45318790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23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9922D-2D26-4EBF-163C-CE246063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7" y="813263"/>
            <a:ext cx="429285" cy="429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9CF02B-A409-8C5D-8999-D29BCA1E41B4}"/>
              </a:ext>
            </a:extLst>
          </p:cNvPr>
          <p:cNvSpPr txBox="1"/>
          <p:nvPr/>
        </p:nvSpPr>
        <p:spPr>
          <a:xfrm>
            <a:off x="9596673" y="6202461"/>
            <a:ext cx="3349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Valavi et al. (2023)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68900-F6F1-5615-B1B3-D2CFAAA77E47}"/>
              </a:ext>
            </a:extLst>
          </p:cNvPr>
          <p:cNvSpPr txBox="1"/>
          <p:nvPr/>
        </p:nvSpPr>
        <p:spPr>
          <a:xfrm>
            <a:off x="514348" y="4725133"/>
            <a:ext cx="3067052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i="1" dirty="0">
                <a:latin typeface="Bierstadt" panose="020B0004020202020204" pitchFamily="34" charset="0"/>
              </a:rPr>
              <a:t>       Multiple metrics can describe different aspects of model performance – some more or less relevant to your study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CFDD72-0FDB-A131-DE7B-D3245A505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53" y="4697972"/>
            <a:ext cx="434457" cy="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1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0FAC-F7F6-7E9D-4A8E-D28D53BC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9467-3966-189F-3285-095B2D6B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predict the future for koalas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850F-1C92-4999-7E47-E932B6BE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2A377-9D95-1D82-E334-F5E24B90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103B-BA82-8FE3-FCAB-76CB8ECA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24</a:t>
            </a:fld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12EA5-96EF-BCE8-CD0E-F89227F561CA}"/>
              </a:ext>
            </a:extLst>
          </p:cNvPr>
          <p:cNvSpPr txBox="1"/>
          <p:nvPr/>
        </p:nvSpPr>
        <p:spPr>
          <a:xfrm>
            <a:off x="1880858" y="2001197"/>
            <a:ext cx="859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https://geospatial-community.github.io/ICCB_geospatial_tools_conservation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EEFA3C-BC62-D387-E94E-E61B6524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9" y="1922435"/>
            <a:ext cx="657890" cy="619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BE576E-C4E0-7685-B10D-8B2BD95B5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367" y="2806520"/>
            <a:ext cx="4551266" cy="3144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4935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91D8-9D45-0B2C-55BA-55209515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3B03-D823-B549-3BE6-F9EC945A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Predicting into the unknown &amp;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5C9B-6B08-924E-F7E8-D076B80F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ED56-379C-0D98-8B6D-788BEB8F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8235-D8D3-212A-CF01-FB03D382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25</a:t>
            </a:fld>
            <a:endParaRPr lang="en-AU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D46D83-BBB2-96D3-7EE4-CAE7821D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544" y="1690688"/>
            <a:ext cx="5315130" cy="38522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927735-D343-196B-932D-252620D528D6}"/>
              </a:ext>
            </a:extLst>
          </p:cNvPr>
          <p:cNvSpPr txBox="1"/>
          <p:nvPr/>
        </p:nvSpPr>
        <p:spPr>
          <a:xfrm>
            <a:off x="2209800" y="5740734"/>
            <a:ext cx="8863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Velazco et al. (2023) </a:t>
            </a:r>
            <a:r>
              <a:rPr lang="en-AU" sz="1200" b="1" dirty="0"/>
              <a:t>How far can I extrapolate my species distribution model? Exploring shape, a novel method.</a:t>
            </a:r>
            <a:r>
              <a:rPr lang="en-AU" sz="1200" dirty="0"/>
              <a:t> </a:t>
            </a:r>
            <a:r>
              <a:rPr lang="en-AU" sz="1200" dirty="0" err="1"/>
              <a:t>Ecography</a:t>
            </a:r>
            <a:r>
              <a:rPr lang="en-AU" sz="1200" dirty="0"/>
              <a:t>.</a:t>
            </a:r>
            <a:endParaRPr lang="en-AU" sz="1200" b="1" dirty="0"/>
          </a:p>
        </p:txBody>
      </p:sp>
    </p:spTree>
    <p:extLst>
      <p:ext uri="{BB962C8B-B14F-4D97-AF65-F5344CB8AC3E}">
        <p14:creationId xmlns:p14="http://schemas.microsoft.com/office/powerpoint/2010/main" val="10294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5BCE-3449-4571-F558-A66C2EB3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7A1AC-9EE6-7E70-665D-42BACDDD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BA7D-011D-4C10-BF42-D43E25A13427}" type="datetime1">
              <a:rPr lang="en-AU" smtClean="0"/>
              <a:t>12/06/2025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AF25-8207-8876-E319-24AD1504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F7D64-E5D7-3CFA-CE10-8EF066B8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26</a:t>
            </a:fld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1AAB98-DD9D-368E-BC2C-4E5B2718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Take home message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9C6327-96C7-C0E8-D5B8-093D7F292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/>
              <a:t>Modelling is often more art than science. There are many ways to model species, none of them the ‘right way’. Some can, however, be more appropriate for a study question or species.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We make many decisions along the way and need to be transparent and clear about these decisions.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3874F4-C512-3D18-7BF4-2A6608C89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7" y="2023974"/>
            <a:ext cx="458443" cy="458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79EF92-FF59-DEFD-A59E-17F2486A0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6" y="3461374"/>
            <a:ext cx="458443" cy="45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3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A6C0F-5AEC-B7FB-65B9-A5F754F4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62FC-E6B8-B011-B3FB-2D9E68176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232"/>
            <a:ext cx="9144000" cy="1903861"/>
          </a:xfrm>
        </p:spPr>
        <p:txBody>
          <a:bodyPr>
            <a:normAutofit/>
          </a:bodyPr>
          <a:lstStyle/>
          <a:p>
            <a:r>
              <a:rPr lang="en-AU" sz="4800" dirty="0"/>
              <a:t>Thanks everyone!</a:t>
            </a:r>
          </a:p>
        </p:txBody>
      </p:sp>
      <p:pic>
        <p:nvPicPr>
          <p:cNvPr id="1029" name="Picture 5" descr="Koala - Aussie Ark | Conservation Program">
            <a:extLst>
              <a:ext uri="{FF2B5EF4-FFF2-40B4-BE49-F238E27FC236}">
                <a16:creationId xmlns:a16="http://schemas.microsoft.com/office/drawing/2014/main" id="{7515EC99-7576-3076-8EC2-E44D94BAF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3"/>
          <a:stretch/>
        </p:blipFill>
        <p:spPr bwMode="auto">
          <a:xfrm rot="205309">
            <a:off x="7831515" y="3514833"/>
            <a:ext cx="3204818" cy="273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DD4C5446-136B-AFD8-1338-139DC5A29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20334">
            <a:off x="9838514" y="4039710"/>
            <a:ext cx="363381" cy="36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Drop PNG Images, Water, Blood Drops Clipart - Free Transparent PNG Logos">
            <a:extLst>
              <a:ext uri="{FF2B5EF4-FFF2-40B4-BE49-F238E27FC236}">
                <a16:creationId xmlns:a16="http://schemas.microsoft.com/office/drawing/2014/main" id="{F4B1C231-E2B2-BF89-F088-3A2CF707C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8199">
            <a:off x="8661551" y="4438259"/>
            <a:ext cx="387236" cy="3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6710406-1D9F-E2EA-8486-10E84181E3B2}"/>
              </a:ext>
            </a:extLst>
          </p:cNvPr>
          <p:cNvSpPr/>
          <p:nvPr/>
        </p:nvSpPr>
        <p:spPr>
          <a:xfrm rot="21173924">
            <a:off x="9029253" y="3071047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6F919-03F2-1AED-94E8-B02AD9AD6263}"/>
              </a:ext>
            </a:extLst>
          </p:cNvPr>
          <p:cNvSpPr/>
          <p:nvPr/>
        </p:nvSpPr>
        <p:spPr>
          <a:xfrm rot="21173924">
            <a:off x="9385862" y="2993000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4B4FF8-0DA0-035C-CBB7-351D794F43FB}"/>
              </a:ext>
            </a:extLst>
          </p:cNvPr>
          <p:cNvSpPr/>
          <p:nvPr/>
        </p:nvSpPr>
        <p:spPr>
          <a:xfrm rot="21173924">
            <a:off x="9741586" y="3027747"/>
            <a:ext cx="96124" cy="857250"/>
          </a:xfrm>
          <a:custGeom>
            <a:avLst/>
            <a:gdLst>
              <a:gd name="connsiteX0" fmla="*/ 29021 w 96124"/>
              <a:gd name="connsiteY0" fmla="*/ 857250 h 857250"/>
              <a:gd name="connsiteX1" fmla="*/ 95696 w 96124"/>
              <a:gd name="connsiteY1" fmla="*/ 533400 h 857250"/>
              <a:gd name="connsiteX2" fmla="*/ 446 w 96124"/>
              <a:gd name="connsiteY2" fmla="*/ 266700 h 857250"/>
              <a:gd name="connsiteX3" fmla="*/ 57596 w 96124"/>
              <a:gd name="connsiteY3" fmla="*/ 0 h 857250"/>
              <a:gd name="connsiteX4" fmla="*/ 57596 w 96124"/>
              <a:gd name="connsiteY4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4" h="857250">
                <a:moveTo>
                  <a:pt x="29021" y="857250"/>
                </a:moveTo>
                <a:cubicBezTo>
                  <a:pt x="64739" y="744537"/>
                  <a:pt x="100458" y="631825"/>
                  <a:pt x="95696" y="533400"/>
                </a:cubicBezTo>
                <a:cubicBezTo>
                  <a:pt x="90934" y="434975"/>
                  <a:pt x="6796" y="355600"/>
                  <a:pt x="446" y="266700"/>
                </a:cubicBezTo>
                <a:cubicBezTo>
                  <a:pt x="-5904" y="177800"/>
                  <a:pt x="57596" y="0"/>
                  <a:pt x="57596" y="0"/>
                </a:cubicBezTo>
                <a:lnTo>
                  <a:pt x="57596" y="0"/>
                </a:lnTo>
              </a:path>
            </a:pathLst>
          </a:cu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7" name="Picture 13" descr="57,400+ Sun Clipart Stock Illustrations, Royalty-Free Vector Graphics &amp; Clip  Art - iStock | Summer sun clipart">
            <a:extLst>
              <a:ext uri="{FF2B5EF4-FFF2-40B4-BE49-F238E27FC236}">
                <a16:creationId xmlns:a16="http://schemas.microsoft.com/office/drawing/2014/main" id="{05B64791-B695-8695-401A-C1F6C2AE4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6" t="7399" r="9617" b="6153"/>
          <a:stretch/>
        </p:blipFill>
        <p:spPr bwMode="auto">
          <a:xfrm>
            <a:off x="0" y="323850"/>
            <a:ext cx="17240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E642C27-078F-CF6E-77A8-F55FE9E6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93093-B941-4D33-A520-90F924C7D12F}" type="datetime1">
              <a:rPr lang="en-AU" smtClean="0"/>
              <a:t>12/06/2025</a:t>
            </a:fld>
            <a:endParaRPr lang="en-AU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05EDE9A-E06E-760A-D4F5-C0AE8698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Geospatial Share - Koala SDMs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4C2ACB1-0205-5386-BB54-B7F21A15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B225-800D-4997-8974-A640DB325038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90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1524</Words>
  <Application>Microsoft Office PowerPoint</Application>
  <PresentationFormat>Widescreen</PresentationFormat>
  <Paragraphs>242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Abadi</vt:lpstr>
      <vt:lpstr>Aptos</vt:lpstr>
      <vt:lpstr>Aptos Display</vt:lpstr>
      <vt:lpstr>Arial</vt:lpstr>
      <vt:lpstr>Bierstadt</vt:lpstr>
      <vt:lpstr>Office Theme</vt:lpstr>
      <vt:lpstr>Modelling the SEQ koala distribution under current and future climate scenarios </vt:lpstr>
      <vt:lpstr>PowerPoint Presentation</vt:lpstr>
      <vt:lpstr>Who are we?</vt:lpstr>
      <vt:lpstr>How will this workshop run?</vt:lpstr>
      <vt:lpstr>Where have we been and where are we headed?</vt:lpstr>
      <vt:lpstr>Take home message</vt:lpstr>
      <vt:lpstr>The SDM question: Where are species and why are they distributed as they are? </vt:lpstr>
      <vt:lpstr>The SDM question: Where are species and why are they distributed as they are? </vt:lpstr>
      <vt:lpstr>An SDM workflow</vt:lpstr>
      <vt:lpstr>Conceptualisation: Some questions to ask yourself </vt:lpstr>
      <vt:lpstr>Conceptualisation: Some questions to ask yourself </vt:lpstr>
      <vt:lpstr>Data  for modelling a species distribution</vt:lpstr>
      <vt:lpstr>Koala data from the ALA </vt:lpstr>
      <vt:lpstr>Have a go: Data preparation</vt:lpstr>
      <vt:lpstr>Background selection</vt:lpstr>
      <vt:lpstr>Have a go: Background selection</vt:lpstr>
      <vt:lpstr>Environmental layers</vt:lpstr>
      <vt:lpstr>Koala (Phascolarctos cinereus)</vt:lpstr>
      <vt:lpstr>Let’s look at our covariates &amp; explore our data</vt:lpstr>
      <vt:lpstr>Models and algorithms</vt:lpstr>
      <vt:lpstr>Time to fit some models!</vt:lpstr>
      <vt:lpstr>Validating SDMs</vt:lpstr>
      <vt:lpstr>Validating SDMs – Evaluation metrics</vt:lpstr>
      <vt:lpstr>Let’s predict the future for koalas</vt:lpstr>
      <vt:lpstr>Predicting into the unknown &amp; uncertainty</vt:lpstr>
      <vt:lpstr>Take home message</vt:lpstr>
      <vt:lpstr>Thanks everyone!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Ruby Patterson</dc:creator>
  <cp:lastModifiedBy>Charlotte Ruby Patterson</cp:lastModifiedBy>
  <cp:revision>1</cp:revision>
  <dcterms:created xsi:type="dcterms:W3CDTF">2025-04-03T00:57:54Z</dcterms:created>
  <dcterms:modified xsi:type="dcterms:W3CDTF">2025-06-12T02:18:35Z</dcterms:modified>
</cp:coreProperties>
</file>